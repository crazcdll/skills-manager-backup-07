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9" r:id="rId3"/>
    <p:sldId id="267" r:id="rId4"/>
    <p:sldId id="266" r:id="rId17"/>
    <p:sldId id="268" r:id="rId24"/>
    <p:sldId id="271" r:id="rId27"/>
    <p:sldId id="313" r:id="rId2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 Nina" initials="M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6238" autoAdjust="0"/>
  </p:normalViewPr>
  <p:slideViewPr>
    <p:cSldViewPr snapToGrid="0" showGuides="1">
      <p:cViewPr varScale="1">
        <p:scale>
          <a:sx n="161" d="100"/>
          <a:sy n="161" d="100"/>
        </p:scale>
        <p:origin x="228" y="96"/>
      </p:cViewPr>
      <p:guideLst>
        <p:guide orient="horz" pos="217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7" Type="http://schemas.openxmlformats.org/officeDocument/2006/relationships/slide" Target="slides/slide16.xml"/><Relationship Id="rId24" Type="http://schemas.openxmlformats.org/officeDocument/2006/relationships/slide" Target="slides/slide23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43792-CB4B-19A5-1B62-56A4D963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00CBE8-B692-71EC-B0C8-DE2975441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CBD7EA-B595-ED2F-D2ED-84A24B2434B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37276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484313"/>
            <a:ext cx="3193576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accent1"/>
                </a:solidFill>
                <a:latin typeface="启功字体简体" panose="03000509000000000000" pitchFamily="65" charset="-122"/>
                <a:ea typeface="启功字体简体" panose="03000509000000000000" pitchFamily="65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191954" y="1484311"/>
            <a:ext cx="1000046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0">
                <a:solidFill>
                  <a:schemeClr val="accent1"/>
                </a:solidFill>
                <a:latin typeface="启功字体简体" panose="03000509000000000000" pitchFamily="65" charset="-122"/>
                <a:ea typeface="启功字体简体" panose="03000509000000000000" pitchFamily="65" charset="-122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230860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660400" y="3429000"/>
            <a:ext cx="2762739" cy="1504950"/>
          </a:xfrm>
        </p:spPr>
        <p:txBody>
          <a:bodyPr>
            <a:noAutofit/>
          </a:bodyPr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1045307" y="5014694"/>
            <a:ext cx="1992924" cy="360850"/>
          </a:xfrm>
        </p:spPr>
        <p:txBody>
          <a:bodyPr>
            <a:noAutofit/>
          </a:bodyPr>
          <a:lstStyle>
            <a:lvl1pPr marL="0" indent="0" algn="dist">
              <a:buFontTx/>
              <a:buNone/>
              <a:defRPr sz="1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2290220"/>
            <a:ext cx="12192001" cy="1968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53"/>
          <a:stretch>
            <a:fillRect/>
          </a:stretch>
        </p:blipFill>
        <p:spPr>
          <a:xfrm>
            <a:off x="8542333" y="525080"/>
            <a:ext cx="3645492" cy="58078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1" r="69423"/>
          <a:stretch>
            <a:fillRect/>
          </a:stretch>
        </p:blipFill>
        <p:spPr>
          <a:xfrm>
            <a:off x="-25053" y="525080"/>
            <a:ext cx="3486689" cy="5807840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4418011" y="1689433"/>
            <a:ext cx="3355975" cy="1157287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FontTx/>
              <a:buNone/>
              <a:defRPr lang="zh-CN" altLang="en-US" sz="7200" kern="1200" spc="3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397746" y="2939737"/>
            <a:ext cx="7396504" cy="12960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lang="zh-CN" altLang="en-US" sz="8000" kern="1200" spc="300" dirty="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4883260" y="4485305"/>
            <a:ext cx="2448625" cy="229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zh-CN" altLang="en-US" sz="900" kern="1200" spc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PART</a:t>
            </a:r>
            <a:r>
              <a:rPr lang="zh-CN" altLang="en-US" dirty="0"/>
              <a:t xml:space="preserve"> </a:t>
            </a:r>
            <a:r>
              <a:rPr lang="en-US" altLang="zh-CN" dirty="0"/>
              <a:t>TITLE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slideLayout" Target="../slideLayouts/slideLayout12.xml"/><Relationship Id="rId24" Type="http://schemas.openxmlformats.org/officeDocument/2006/relationships/image" Target="../media/image3.jpe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2.png"/><Relationship Id="rId7" Type="http://schemas.openxmlformats.org/officeDocument/2006/relationships/image" Target="../media/image3.jpe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2.png"/><Relationship Id="rId7" Type="http://schemas.openxmlformats.org/officeDocument/2006/relationships/image" Target="../media/image3.jpe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2.png"/><Relationship Id="rId7" Type="http://schemas.openxmlformats.org/officeDocument/2006/relationships/image" Target="../media/image3.jpe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Relationship Id="rId7" Type="http://schemas.openxmlformats.org/officeDocument/2006/relationships/image" Target="../media/image3.jpe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2.png"/><Relationship Id="rId6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2091690"/>
            <a:ext cx="12192000" cy="25895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__COVER_TITLE__</a:t>
            </a:r>
            <a:endParaRPr lang="en-US" altLang="zh-CN" sz="6000" b="1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  <a:p>
            <a:pPr algn="ctr" fontAlgn="auto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__COVER_TEAM__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15" y="118110"/>
            <a:ext cx="2071370" cy="18688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19630" y="5427345"/>
            <a:ext cx="7952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微软雅黑" charset="0"/>
                <a:ea typeface="微软雅黑" charset="0"/>
                <a:cs typeface="微软雅黑" charset="0"/>
              </a:rPr>
              <a:t>__COVER_DATE__</a:t>
            </a:r>
            <a:endParaRPr lang="zh-CN" altLang="en-US" sz="2800" b="1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 descr="/Users/houying/Desktop/课程部相关工作- 巡课记录/IMG_2807.JPGIMG_2807"/>
          <p:cNvPicPr>
            <a:picLocks noGrp="1" noChangeAspect="1"/>
          </p:cNvPicPr>
          <p:nvPr>
            <p:ph type="pic" sz="quarter" idx="10"/>
          </p:nvPr>
        </p:nvPicPr>
        <p:blipFill>
          <a:blip r:embed="rId24"/>
          <a:srcRect b="22470"/>
          <a:stretch>
            <a:fillRect/>
          </a:stretch>
        </p:blipFill>
        <p:spPr>
          <a:xfrm>
            <a:off x="635" y="0"/>
            <a:ext cx="12190730" cy="2306955"/>
          </a:xfrm>
        </p:spPr>
      </p:pic>
      <p:sp>
        <p:nvSpPr>
          <p:cNvPr id="23" name="magnifier_39014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1595024" y="4651536"/>
            <a:ext cx="288000" cy="287520"/>
          </a:xfrm>
          <a:custGeom>
            <a:avLst/>
            <a:gdLst>
              <a:gd name="connsiteX0" fmla="*/ 104666 w 596543"/>
              <a:gd name="connsiteY0" fmla="*/ 183384 h 595554"/>
              <a:gd name="connsiteX1" fmla="*/ 122430 w 596543"/>
              <a:gd name="connsiteY1" fmla="*/ 201149 h 595554"/>
              <a:gd name="connsiteX2" fmla="*/ 151498 w 596543"/>
              <a:gd name="connsiteY2" fmla="*/ 270594 h 595554"/>
              <a:gd name="connsiteX3" fmla="*/ 151498 w 596543"/>
              <a:gd name="connsiteY3" fmla="*/ 294819 h 595554"/>
              <a:gd name="connsiteX4" fmla="*/ 127275 w 596543"/>
              <a:gd name="connsiteY4" fmla="*/ 294819 h 595554"/>
              <a:gd name="connsiteX5" fmla="*/ 88517 w 596543"/>
              <a:gd name="connsiteY5" fmla="*/ 201149 h 595554"/>
              <a:gd name="connsiteX6" fmla="*/ 104666 w 596543"/>
              <a:gd name="connsiteY6" fmla="*/ 183384 h 595554"/>
              <a:gd name="connsiteX7" fmla="*/ 205583 w 596543"/>
              <a:gd name="connsiteY7" fmla="*/ 67742 h 595554"/>
              <a:gd name="connsiteX8" fmla="*/ 107840 w 596543"/>
              <a:gd name="connsiteY8" fmla="*/ 107662 h 595554"/>
              <a:gd name="connsiteX9" fmla="*/ 107840 w 596543"/>
              <a:gd name="connsiteY9" fmla="*/ 302824 h 595554"/>
              <a:gd name="connsiteX10" fmla="*/ 303326 w 596543"/>
              <a:gd name="connsiteY10" fmla="*/ 302824 h 595554"/>
              <a:gd name="connsiteX11" fmla="*/ 303326 w 596543"/>
              <a:gd name="connsiteY11" fmla="*/ 107662 h 595554"/>
              <a:gd name="connsiteX12" fmla="*/ 205583 w 596543"/>
              <a:gd name="connsiteY12" fmla="*/ 67742 h 595554"/>
              <a:gd name="connsiteX13" fmla="*/ 205583 w 596543"/>
              <a:gd name="connsiteY13" fmla="*/ 0 h 595554"/>
              <a:gd name="connsiteX14" fmla="*/ 351794 w 596543"/>
              <a:gd name="connsiteY14" fmla="*/ 59275 h 595554"/>
              <a:gd name="connsiteX15" fmla="*/ 369565 w 596543"/>
              <a:gd name="connsiteY15" fmla="*/ 330243 h 595554"/>
              <a:gd name="connsiteX16" fmla="*/ 411571 w 596543"/>
              <a:gd name="connsiteY16" fmla="*/ 343147 h 595554"/>
              <a:gd name="connsiteX17" fmla="*/ 587670 w 596543"/>
              <a:gd name="connsiteY17" fmla="*/ 494760 h 595554"/>
              <a:gd name="connsiteX18" fmla="*/ 574745 w 596543"/>
              <a:gd name="connsiteY18" fmla="*/ 573793 h 595554"/>
              <a:gd name="connsiteX19" fmla="*/ 495581 w 596543"/>
              <a:gd name="connsiteY19" fmla="*/ 586696 h 595554"/>
              <a:gd name="connsiteX20" fmla="*/ 343716 w 596543"/>
              <a:gd name="connsiteY20" fmla="*/ 410889 h 595554"/>
              <a:gd name="connsiteX21" fmla="*/ 330791 w 596543"/>
              <a:gd name="connsiteY21" fmla="*/ 368953 h 595554"/>
              <a:gd name="connsiteX22" fmla="*/ 59373 w 596543"/>
              <a:gd name="connsiteY22" fmla="*/ 351211 h 595554"/>
              <a:gd name="connsiteX23" fmla="*/ 59373 w 596543"/>
              <a:gd name="connsiteY23" fmla="*/ 59275 h 595554"/>
              <a:gd name="connsiteX24" fmla="*/ 205583 w 596543"/>
              <a:gd name="connsiteY24" fmla="*/ 0 h 595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96543" h="595554">
                <a:moveTo>
                  <a:pt x="104666" y="183384"/>
                </a:moveTo>
                <a:cubicBezTo>
                  <a:pt x="114356" y="183384"/>
                  <a:pt x="122430" y="191459"/>
                  <a:pt x="122430" y="201149"/>
                </a:cubicBezTo>
                <a:cubicBezTo>
                  <a:pt x="122430" y="226989"/>
                  <a:pt x="133734" y="252829"/>
                  <a:pt x="151498" y="270594"/>
                </a:cubicBezTo>
                <a:cubicBezTo>
                  <a:pt x="157958" y="277054"/>
                  <a:pt x="157958" y="288359"/>
                  <a:pt x="151498" y="294819"/>
                </a:cubicBezTo>
                <a:cubicBezTo>
                  <a:pt x="145039" y="301279"/>
                  <a:pt x="135349" y="301279"/>
                  <a:pt x="127275" y="294819"/>
                </a:cubicBezTo>
                <a:cubicBezTo>
                  <a:pt x="103051" y="270594"/>
                  <a:pt x="88517" y="236679"/>
                  <a:pt x="88517" y="201149"/>
                </a:cubicBezTo>
                <a:cubicBezTo>
                  <a:pt x="88517" y="191459"/>
                  <a:pt x="94977" y="183384"/>
                  <a:pt x="104666" y="183384"/>
                </a:cubicBezTo>
                <a:close/>
                <a:moveTo>
                  <a:pt x="205583" y="67742"/>
                </a:moveTo>
                <a:cubicBezTo>
                  <a:pt x="170041" y="67742"/>
                  <a:pt x="134498" y="81049"/>
                  <a:pt x="107840" y="107662"/>
                </a:cubicBezTo>
                <a:cubicBezTo>
                  <a:pt x="54526" y="160888"/>
                  <a:pt x="54526" y="249598"/>
                  <a:pt x="107840" y="302824"/>
                </a:cubicBezTo>
                <a:cubicBezTo>
                  <a:pt x="161155" y="357663"/>
                  <a:pt x="250012" y="357663"/>
                  <a:pt x="303326" y="302824"/>
                </a:cubicBezTo>
                <a:cubicBezTo>
                  <a:pt x="358256" y="249598"/>
                  <a:pt x="358256" y="160888"/>
                  <a:pt x="303326" y="107662"/>
                </a:cubicBezTo>
                <a:cubicBezTo>
                  <a:pt x="276669" y="81049"/>
                  <a:pt x="241126" y="67742"/>
                  <a:pt x="205583" y="67742"/>
                </a:cubicBezTo>
                <a:close/>
                <a:moveTo>
                  <a:pt x="205583" y="0"/>
                </a:moveTo>
                <a:cubicBezTo>
                  <a:pt x="258494" y="0"/>
                  <a:pt x="311404" y="19758"/>
                  <a:pt x="351794" y="59275"/>
                </a:cubicBezTo>
                <a:cubicBezTo>
                  <a:pt x="424495" y="133468"/>
                  <a:pt x="430958" y="249598"/>
                  <a:pt x="369565" y="330243"/>
                </a:cubicBezTo>
                <a:cubicBezTo>
                  <a:pt x="384106" y="327018"/>
                  <a:pt x="400262" y="331856"/>
                  <a:pt x="411571" y="343147"/>
                </a:cubicBezTo>
                <a:lnTo>
                  <a:pt x="587670" y="494760"/>
                </a:lnTo>
                <a:cubicBezTo>
                  <a:pt x="605441" y="512502"/>
                  <a:pt x="594132" y="556051"/>
                  <a:pt x="574745" y="573793"/>
                </a:cubicBezTo>
                <a:cubicBezTo>
                  <a:pt x="556973" y="593148"/>
                  <a:pt x="513353" y="604438"/>
                  <a:pt x="495581" y="586696"/>
                </a:cubicBezTo>
                <a:lnTo>
                  <a:pt x="343716" y="410889"/>
                </a:lnTo>
                <a:cubicBezTo>
                  <a:pt x="332407" y="399599"/>
                  <a:pt x="327560" y="383469"/>
                  <a:pt x="330791" y="368953"/>
                </a:cubicBezTo>
                <a:cubicBezTo>
                  <a:pt x="250012" y="430244"/>
                  <a:pt x="133690" y="423792"/>
                  <a:pt x="59373" y="351211"/>
                </a:cubicBezTo>
                <a:cubicBezTo>
                  <a:pt x="-19791" y="270566"/>
                  <a:pt x="-19791" y="139920"/>
                  <a:pt x="59373" y="59275"/>
                </a:cubicBezTo>
                <a:cubicBezTo>
                  <a:pt x="99762" y="19758"/>
                  <a:pt x="152673" y="0"/>
                  <a:pt x="2055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157600" y="5341163"/>
            <a:ext cx="21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常规</a:t>
            </a:r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工作</a:t>
            </a:r>
          </a:p>
        </p:txBody>
      </p:sp>
      <p:sp>
        <p:nvSpPr>
          <p:cNvPr id="20" name="arrow-shuffle_32238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5123323" y="4725513"/>
            <a:ext cx="288000" cy="230688"/>
          </a:xfrm>
          <a:custGeom>
            <a:avLst/>
            <a:gdLst>
              <a:gd name="T0" fmla="*/ 2103 w 6570"/>
              <a:gd name="T1" fmla="*/ 2919 h 5271"/>
              <a:gd name="T2" fmla="*/ 2664 w 6570"/>
              <a:gd name="T3" fmla="*/ 3628 h 5271"/>
              <a:gd name="T4" fmla="*/ 0 w 6570"/>
              <a:gd name="T5" fmla="*/ 4730 h 5271"/>
              <a:gd name="T6" fmla="*/ 0 w 6570"/>
              <a:gd name="T7" fmla="*/ 3680 h 5271"/>
              <a:gd name="T8" fmla="*/ 2003 w 6570"/>
              <a:gd name="T9" fmla="*/ 2781 h 5271"/>
              <a:gd name="T10" fmla="*/ 2103 w 6570"/>
              <a:gd name="T11" fmla="*/ 2919 h 5271"/>
              <a:gd name="T12" fmla="*/ 3224 w 6570"/>
              <a:gd name="T13" fmla="*/ 2114 h 5271"/>
              <a:gd name="T14" fmla="*/ 3523 w 6570"/>
              <a:gd name="T15" fmla="*/ 2515 h 5271"/>
              <a:gd name="T16" fmla="*/ 5135 w 6570"/>
              <a:gd name="T17" fmla="*/ 1807 h 5271"/>
              <a:gd name="T18" fmla="*/ 4880 w 6570"/>
              <a:gd name="T19" fmla="*/ 2454 h 5271"/>
              <a:gd name="T20" fmla="*/ 4901 w 6570"/>
              <a:gd name="T21" fmla="*/ 2528 h 5271"/>
              <a:gd name="T22" fmla="*/ 4939 w 6570"/>
              <a:gd name="T23" fmla="*/ 2541 h 5271"/>
              <a:gd name="T24" fmla="*/ 4978 w 6570"/>
              <a:gd name="T25" fmla="*/ 2528 h 5271"/>
              <a:gd name="T26" fmla="*/ 6545 w 6570"/>
              <a:gd name="T27" fmla="*/ 1324 h 5271"/>
              <a:gd name="T28" fmla="*/ 6569 w 6570"/>
              <a:gd name="T29" fmla="*/ 1273 h 5271"/>
              <a:gd name="T30" fmla="*/ 6545 w 6570"/>
              <a:gd name="T31" fmla="*/ 1222 h 5271"/>
              <a:gd name="T32" fmla="*/ 4978 w 6570"/>
              <a:gd name="T33" fmla="*/ 18 h 5271"/>
              <a:gd name="T34" fmla="*/ 4901 w 6570"/>
              <a:gd name="T35" fmla="*/ 18 h 5271"/>
              <a:gd name="T36" fmla="*/ 4880 w 6570"/>
              <a:gd name="T37" fmla="*/ 92 h 5271"/>
              <a:gd name="T38" fmla="*/ 5142 w 6570"/>
              <a:gd name="T39" fmla="*/ 757 h 5271"/>
              <a:gd name="T40" fmla="*/ 2886 w 6570"/>
              <a:gd name="T41" fmla="*/ 1664 h 5271"/>
              <a:gd name="T42" fmla="*/ 3224 w 6570"/>
              <a:gd name="T43" fmla="*/ 2114 h 5271"/>
              <a:gd name="T44" fmla="*/ 4978 w 6570"/>
              <a:gd name="T45" fmla="*/ 2743 h 5271"/>
              <a:gd name="T46" fmla="*/ 4939 w 6570"/>
              <a:gd name="T47" fmla="*/ 2730 h 5271"/>
              <a:gd name="T48" fmla="*/ 4901 w 6570"/>
              <a:gd name="T49" fmla="*/ 2743 h 5271"/>
              <a:gd name="T50" fmla="*/ 4880 w 6570"/>
              <a:gd name="T51" fmla="*/ 2818 h 5271"/>
              <a:gd name="T52" fmla="*/ 5135 w 6570"/>
              <a:gd name="T53" fmla="*/ 3464 h 5271"/>
              <a:gd name="T54" fmla="*/ 3100 w 6570"/>
              <a:gd name="T55" fmla="*/ 2211 h 5271"/>
              <a:gd name="T56" fmla="*/ 0 w 6570"/>
              <a:gd name="T57" fmla="*/ 542 h 5271"/>
              <a:gd name="T58" fmla="*/ 0 w 6570"/>
              <a:gd name="T59" fmla="*/ 1591 h 5271"/>
              <a:gd name="T60" fmla="*/ 2247 w 6570"/>
              <a:gd name="T61" fmla="*/ 2822 h 5271"/>
              <a:gd name="T62" fmla="*/ 5142 w 6570"/>
              <a:gd name="T63" fmla="*/ 4515 h 5271"/>
              <a:gd name="T64" fmla="*/ 4880 w 6570"/>
              <a:gd name="T65" fmla="*/ 5179 h 5271"/>
              <a:gd name="T66" fmla="*/ 4901 w 6570"/>
              <a:gd name="T67" fmla="*/ 5254 h 5271"/>
              <a:gd name="T68" fmla="*/ 4978 w 6570"/>
              <a:gd name="T69" fmla="*/ 5254 h 5271"/>
              <a:gd name="T70" fmla="*/ 6545 w 6570"/>
              <a:gd name="T71" fmla="*/ 4049 h 5271"/>
              <a:gd name="T72" fmla="*/ 6570 w 6570"/>
              <a:gd name="T73" fmla="*/ 3999 h 5271"/>
              <a:gd name="T74" fmla="*/ 6545 w 6570"/>
              <a:gd name="T75" fmla="*/ 3948 h 5271"/>
              <a:gd name="T76" fmla="*/ 4978 w 6570"/>
              <a:gd name="T77" fmla="*/ 2743 h 5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570" h="5271">
                <a:moveTo>
                  <a:pt x="2103" y="2919"/>
                </a:moveTo>
                <a:cubicBezTo>
                  <a:pt x="2267" y="3148"/>
                  <a:pt x="2444" y="3394"/>
                  <a:pt x="2664" y="3628"/>
                </a:cubicBezTo>
                <a:cubicBezTo>
                  <a:pt x="2163" y="4205"/>
                  <a:pt x="1433" y="4730"/>
                  <a:pt x="0" y="4730"/>
                </a:cubicBezTo>
                <a:lnTo>
                  <a:pt x="0" y="3680"/>
                </a:lnTo>
                <a:cubicBezTo>
                  <a:pt x="1136" y="3680"/>
                  <a:pt x="1596" y="3304"/>
                  <a:pt x="2003" y="2781"/>
                </a:cubicBezTo>
                <a:cubicBezTo>
                  <a:pt x="2036" y="2826"/>
                  <a:pt x="2069" y="2872"/>
                  <a:pt x="2103" y="2919"/>
                </a:cubicBezTo>
                <a:close/>
                <a:moveTo>
                  <a:pt x="3224" y="2114"/>
                </a:moveTo>
                <a:cubicBezTo>
                  <a:pt x="3327" y="2257"/>
                  <a:pt x="3423" y="2391"/>
                  <a:pt x="3523" y="2515"/>
                </a:cubicBezTo>
                <a:cubicBezTo>
                  <a:pt x="3869" y="2133"/>
                  <a:pt x="4304" y="1860"/>
                  <a:pt x="5135" y="1807"/>
                </a:cubicBezTo>
                <a:lnTo>
                  <a:pt x="4880" y="2454"/>
                </a:lnTo>
                <a:cubicBezTo>
                  <a:pt x="4869" y="2481"/>
                  <a:pt x="4878" y="2511"/>
                  <a:pt x="4901" y="2528"/>
                </a:cubicBezTo>
                <a:cubicBezTo>
                  <a:pt x="4912" y="2537"/>
                  <a:pt x="4926" y="2541"/>
                  <a:pt x="4939" y="2541"/>
                </a:cubicBezTo>
                <a:cubicBezTo>
                  <a:pt x="4953" y="2541"/>
                  <a:pt x="4967" y="2537"/>
                  <a:pt x="4978" y="2528"/>
                </a:cubicBezTo>
                <a:lnTo>
                  <a:pt x="6545" y="1324"/>
                </a:lnTo>
                <a:cubicBezTo>
                  <a:pt x="6560" y="1312"/>
                  <a:pt x="6569" y="1293"/>
                  <a:pt x="6569" y="1273"/>
                </a:cubicBezTo>
                <a:cubicBezTo>
                  <a:pt x="6569" y="1253"/>
                  <a:pt x="6560" y="1234"/>
                  <a:pt x="6545" y="1222"/>
                </a:cubicBezTo>
                <a:lnTo>
                  <a:pt x="4978" y="18"/>
                </a:lnTo>
                <a:cubicBezTo>
                  <a:pt x="4955" y="0"/>
                  <a:pt x="4923" y="0"/>
                  <a:pt x="4901" y="18"/>
                </a:cubicBezTo>
                <a:cubicBezTo>
                  <a:pt x="4878" y="35"/>
                  <a:pt x="4869" y="65"/>
                  <a:pt x="4880" y="92"/>
                </a:cubicBezTo>
                <a:lnTo>
                  <a:pt x="5142" y="757"/>
                </a:lnTo>
                <a:cubicBezTo>
                  <a:pt x="4017" y="815"/>
                  <a:pt x="3354" y="1204"/>
                  <a:pt x="2886" y="1664"/>
                </a:cubicBezTo>
                <a:cubicBezTo>
                  <a:pt x="3012" y="1818"/>
                  <a:pt x="3122" y="1971"/>
                  <a:pt x="3224" y="2114"/>
                </a:cubicBezTo>
                <a:close/>
                <a:moveTo>
                  <a:pt x="4978" y="2743"/>
                </a:moveTo>
                <a:cubicBezTo>
                  <a:pt x="4966" y="2735"/>
                  <a:pt x="4953" y="2730"/>
                  <a:pt x="4939" y="2730"/>
                </a:cubicBezTo>
                <a:cubicBezTo>
                  <a:pt x="4925" y="2730"/>
                  <a:pt x="4912" y="2735"/>
                  <a:pt x="4901" y="2743"/>
                </a:cubicBezTo>
                <a:cubicBezTo>
                  <a:pt x="4878" y="2760"/>
                  <a:pt x="4869" y="2791"/>
                  <a:pt x="4880" y="2818"/>
                </a:cubicBezTo>
                <a:lnTo>
                  <a:pt x="5135" y="3464"/>
                </a:lnTo>
                <a:cubicBezTo>
                  <a:pt x="3945" y="3388"/>
                  <a:pt x="3568" y="2863"/>
                  <a:pt x="3100" y="2211"/>
                </a:cubicBezTo>
                <a:cubicBezTo>
                  <a:pt x="2567" y="1467"/>
                  <a:pt x="1903" y="542"/>
                  <a:pt x="0" y="542"/>
                </a:cubicBezTo>
                <a:lnTo>
                  <a:pt x="0" y="1591"/>
                </a:lnTo>
                <a:cubicBezTo>
                  <a:pt x="1364" y="1591"/>
                  <a:pt x="1754" y="2134"/>
                  <a:pt x="2247" y="2822"/>
                </a:cubicBezTo>
                <a:cubicBezTo>
                  <a:pt x="2762" y="3540"/>
                  <a:pt x="3397" y="4423"/>
                  <a:pt x="5142" y="4515"/>
                </a:cubicBezTo>
                <a:lnTo>
                  <a:pt x="4880" y="5179"/>
                </a:lnTo>
                <a:cubicBezTo>
                  <a:pt x="4869" y="5206"/>
                  <a:pt x="4878" y="5237"/>
                  <a:pt x="4901" y="5254"/>
                </a:cubicBezTo>
                <a:cubicBezTo>
                  <a:pt x="4923" y="5271"/>
                  <a:pt x="4955" y="5271"/>
                  <a:pt x="4978" y="5254"/>
                </a:cubicBezTo>
                <a:lnTo>
                  <a:pt x="6545" y="4049"/>
                </a:lnTo>
                <a:cubicBezTo>
                  <a:pt x="6560" y="4037"/>
                  <a:pt x="6570" y="4018"/>
                  <a:pt x="6570" y="3999"/>
                </a:cubicBezTo>
                <a:cubicBezTo>
                  <a:pt x="6570" y="3979"/>
                  <a:pt x="6560" y="3960"/>
                  <a:pt x="6545" y="3948"/>
                </a:cubicBezTo>
                <a:lnTo>
                  <a:pt x="4978" y="27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521266" y="5339653"/>
            <a:ext cx="21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值周反思</a:t>
            </a:r>
          </a:p>
        </p:txBody>
      </p:sp>
      <p:sp>
        <p:nvSpPr>
          <p:cNvPr id="21" name="link_45315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9475266" y="4668801"/>
            <a:ext cx="288000" cy="287400"/>
          </a:xfrm>
          <a:custGeom>
            <a:avLst/>
            <a:gdLst>
              <a:gd name="connsiteX0" fmla="*/ 294872 w 608829"/>
              <a:gd name="connsiteY0" fmla="*/ 177400 h 607568"/>
              <a:gd name="connsiteX1" fmla="*/ 335683 w 608829"/>
              <a:gd name="connsiteY1" fmla="*/ 187426 h 607568"/>
              <a:gd name="connsiteX2" fmla="*/ 387100 w 608829"/>
              <a:gd name="connsiteY2" fmla="*/ 221138 h 607568"/>
              <a:gd name="connsiteX3" fmla="*/ 321745 w 608829"/>
              <a:gd name="connsiteY3" fmla="*/ 286295 h 607568"/>
              <a:gd name="connsiteX4" fmla="*/ 236256 w 608829"/>
              <a:gd name="connsiteY4" fmla="*/ 286295 h 607568"/>
              <a:gd name="connsiteX5" fmla="*/ 109882 w 608829"/>
              <a:gd name="connsiteY5" fmla="*/ 412484 h 607568"/>
              <a:gd name="connsiteX6" fmla="*/ 109882 w 608829"/>
              <a:gd name="connsiteY6" fmla="*/ 497848 h 607568"/>
              <a:gd name="connsiteX7" fmla="*/ 195370 w 608829"/>
              <a:gd name="connsiteY7" fmla="*/ 497848 h 607568"/>
              <a:gd name="connsiteX8" fmla="*/ 253498 w 608829"/>
              <a:gd name="connsiteY8" fmla="*/ 439805 h 607568"/>
              <a:gd name="connsiteX9" fmla="*/ 374814 w 608829"/>
              <a:gd name="connsiteY9" fmla="*/ 447846 h 607568"/>
              <a:gd name="connsiteX10" fmla="*/ 260726 w 608829"/>
              <a:gd name="connsiteY10" fmla="*/ 563108 h 607568"/>
              <a:gd name="connsiteX11" fmla="*/ 44526 w 608829"/>
              <a:gd name="connsiteY11" fmla="*/ 563108 h 607568"/>
              <a:gd name="connsiteX12" fmla="*/ 44526 w 608829"/>
              <a:gd name="connsiteY12" fmla="*/ 347328 h 607568"/>
              <a:gd name="connsiteX13" fmla="*/ 170901 w 608829"/>
              <a:gd name="connsiteY13" fmla="*/ 221138 h 607568"/>
              <a:gd name="connsiteX14" fmla="*/ 176889 w 608829"/>
              <a:gd name="connsiteY14" fmla="*/ 215674 h 607568"/>
              <a:gd name="connsiteX15" fmla="*/ 294872 w 608829"/>
              <a:gd name="connsiteY15" fmla="*/ 177400 h 607568"/>
              <a:gd name="connsiteX16" fmla="*/ 455930 w 608829"/>
              <a:gd name="connsiteY16" fmla="*/ 0 h 607568"/>
              <a:gd name="connsiteX17" fmla="*/ 563990 w 608829"/>
              <a:gd name="connsiteY17" fmla="*/ 44453 h 607568"/>
              <a:gd name="connsiteX18" fmla="*/ 563990 w 608829"/>
              <a:gd name="connsiteY18" fmla="*/ 260200 h 607568"/>
              <a:gd name="connsiteX19" fmla="*/ 516388 w 608829"/>
              <a:gd name="connsiteY19" fmla="*/ 307720 h 607568"/>
              <a:gd name="connsiteX20" fmla="*/ 437602 w 608829"/>
              <a:gd name="connsiteY20" fmla="*/ 386370 h 607568"/>
              <a:gd name="connsiteX21" fmla="*/ 425005 w 608829"/>
              <a:gd name="connsiteY21" fmla="*/ 397708 h 607568"/>
              <a:gd name="connsiteX22" fmla="*/ 272906 w 608829"/>
              <a:gd name="connsiteY22" fmla="*/ 419974 h 607568"/>
              <a:gd name="connsiteX23" fmla="*/ 221483 w 608829"/>
              <a:gd name="connsiteY23" fmla="*/ 386370 h 607568"/>
              <a:gd name="connsiteX24" fmla="*/ 286742 w 608829"/>
              <a:gd name="connsiteY24" fmla="*/ 321223 h 607568"/>
              <a:gd name="connsiteX25" fmla="*/ 372343 w 608829"/>
              <a:gd name="connsiteY25" fmla="*/ 321223 h 607568"/>
              <a:gd name="connsiteX26" fmla="*/ 422423 w 608829"/>
              <a:gd name="connsiteY26" fmla="*/ 271126 h 607568"/>
              <a:gd name="connsiteX27" fmla="*/ 498731 w 608829"/>
              <a:gd name="connsiteY27" fmla="*/ 195053 h 607568"/>
              <a:gd name="connsiteX28" fmla="*/ 498731 w 608829"/>
              <a:gd name="connsiteY28" fmla="*/ 109600 h 607568"/>
              <a:gd name="connsiteX29" fmla="*/ 413130 w 608829"/>
              <a:gd name="connsiteY29" fmla="*/ 109600 h 607568"/>
              <a:gd name="connsiteX30" fmla="*/ 352518 w 608829"/>
              <a:gd name="connsiteY30" fmla="*/ 170211 h 607568"/>
              <a:gd name="connsiteX31" fmla="*/ 231189 w 608829"/>
              <a:gd name="connsiteY31" fmla="*/ 160933 h 607568"/>
              <a:gd name="connsiteX32" fmla="*/ 347871 w 608829"/>
              <a:gd name="connsiteY32" fmla="*/ 44453 h 607568"/>
              <a:gd name="connsiteX33" fmla="*/ 455930 w 608829"/>
              <a:gd name="connsiteY33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8829" h="607568">
                <a:moveTo>
                  <a:pt x="294872" y="177400"/>
                </a:moveTo>
                <a:cubicBezTo>
                  <a:pt x="308774" y="178830"/>
                  <a:pt x="322519" y="182168"/>
                  <a:pt x="335683" y="187426"/>
                </a:cubicBezTo>
                <a:cubicBezTo>
                  <a:pt x="354164" y="194642"/>
                  <a:pt x="371923" y="205983"/>
                  <a:pt x="387100" y="221138"/>
                </a:cubicBezTo>
                <a:lnTo>
                  <a:pt x="321745" y="286295"/>
                </a:lnTo>
                <a:cubicBezTo>
                  <a:pt x="298204" y="262789"/>
                  <a:pt x="259797" y="262789"/>
                  <a:pt x="236256" y="286295"/>
                </a:cubicBezTo>
                <a:lnTo>
                  <a:pt x="109882" y="412484"/>
                </a:lnTo>
                <a:cubicBezTo>
                  <a:pt x="86238" y="435990"/>
                  <a:pt x="86238" y="474342"/>
                  <a:pt x="109882" y="497848"/>
                </a:cubicBezTo>
                <a:cubicBezTo>
                  <a:pt x="133422" y="521457"/>
                  <a:pt x="171830" y="521457"/>
                  <a:pt x="195370" y="497848"/>
                </a:cubicBezTo>
                <a:lnTo>
                  <a:pt x="253498" y="439805"/>
                </a:lnTo>
                <a:cubicBezTo>
                  <a:pt x="303264" y="459599"/>
                  <a:pt x="316686" y="461249"/>
                  <a:pt x="374814" y="447846"/>
                </a:cubicBezTo>
                <a:lnTo>
                  <a:pt x="260726" y="563108"/>
                </a:lnTo>
                <a:cubicBezTo>
                  <a:pt x="201255" y="622388"/>
                  <a:pt x="103997" y="622388"/>
                  <a:pt x="44526" y="563108"/>
                </a:cubicBezTo>
                <a:cubicBezTo>
                  <a:pt x="-14841" y="503724"/>
                  <a:pt x="-14841" y="406608"/>
                  <a:pt x="44526" y="347328"/>
                </a:cubicBezTo>
                <a:lnTo>
                  <a:pt x="170901" y="221138"/>
                </a:lnTo>
                <a:cubicBezTo>
                  <a:pt x="172656" y="219385"/>
                  <a:pt x="174721" y="217324"/>
                  <a:pt x="176889" y="215674"/>
                </a:cubicBezTo>
                <a:cubicBezTo>
                  <a:pt x="210031" y="185982"/>
                  <a:pt x="253163" y="173108"/>
                  <a:pt x="294872" y="177400"/>
                </a:cubicBezTo>
                <a:close/>
                <a:moveTo>
                  <a:pt x="455930" y="0"/>
                </a:moveTo>
                <a:cubicBezTo>
                  <a:pt x="495117" y="0"/>
                  <a:pt x="534303" y="14817"/>
                  <a:pt x="563990" y="44453"/>
                </a:cubicBezTo>
                <a:cubicBezTo>
                  <a:pt x="623776" y="104136"/>
                  <a:pt x="623776" y="200929"/>
                  <a:pt x="563990" y="260200"/>
                </a:cubicBezTo>
                <a:lnTo>
                  <a:pt x="516388" y="307720"/>
                </a:lnTo>
                <a:lnTo>
                  <a:pt x="437602" y="386370"/>
                </a:lnTo>
                <a:cubicBezTo>
                  <a:pt x="433782" y="390596"/>
                  <a:pt x="429135" y="394410"/>
                  <a:pt x="425005" y="397708"/>
                </a:cubicBezTo>
                <a:cubicBezTo>
                  <a:pt x="381120" y="432240"/>
                  <a:pt x="322986" y="439765"/>
                  <a:pt x="272906" y="419974"/>
                </a:cubicBezTo>
                <a:cubicBezTo>
                  <a:pt x="254319" y="412861"/>
                  <a:pt x="236662" y="401522"/>
                  <a:pt x="221483" y="386370"/>
                </a:cubicBezTo>
                <a:lnTo>
                  <a:pt x="286742" y="321223"/>
                </a:lnTo>
                <a:cubicBezTo>
                  <a:pt x="310388" y="344725"/>
                  <a:pt x="348697" y="344725"/>
                  <a:pt x="372343" y="321223"/>
                </a:cubicBezTo>
                <a:lnTo>
                  <a:pt x="422423" y="271126"/>
                </a:lnTo>
                <a:lnTo>
                  <a:pt x="498731" y="195053"/>
                </a:lnTo>
                <a:cubicBezTo>
                  <a:pt x="522274" y="171448"/>
                  <a:pt x="522274" y="133205"/>
                  <a:pt x="498731" y="109600"/>
                </a:cubicBezTo>
                <a:cubicBezTo>
                  <a:pt x="475085" y="86097"/>
                  <a:pt x="436776" y="86097"/>
                  <a:pt x="413130" y="109600"/>
                </a:cubicBezTo>
                <a:lnTo>
                  <a:pt x="352518" y="170211"/>
                </a:lnTo>
                <a:cubicBezTo>
                  <a:pt x="314622" y="152584"/>
                  <a:pt x="271150" y="149595"/>
                  <a:pt x="231189" y="160933"/>
                </a:cubicBezTo>
                <a:lnTo>
                  <a:pt x="347871" y="44453"/>
                </a:lnTo>
                <a:cubicBezTo>
                  <a:pt x="377558" y="14817"/>
                  <a:pt x="416744" y="0"/>
                  <a:pt x="4559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975767" y="5340451"/>
            <a:ext cx="21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亮点</a:t>
            </a:r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工作</a:t>
            </a:r>
          </a:p>
        </p:txBody>
      </p:sp>
      <p:sp>
        <p:nvSpPr>
          <p:cNvPr id="25" name="growing-bar-chart_73225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920903" y="4727305"/>
            <a:ext cx="288000" cy="228896"/>
          </a:xfrm>
          <a:custGeom>
            <a:avLst/>
            <a:gdLst>
              <a:gd name="T0" fmla="*/ 2462 w 2529"/>
              <a:gd name="T1" fmla="*/ 1879 h 2013"/>
              <a:gd name="T2" fmla="*/ 2359 w 2529"/>
              <a:gd name="T3" fmla="*/ 1879 h 2013"/>
              <a:gd name="T4" fmla="*/ 2359 w 2529"/>
              <a:gd name="T5" fmla="*/ 67 h 2013"/>
              <a:gd name="T6" fmla="*/ 2293 w 2529"/>
              <a:gd name="T7" fmla="*/ 0 h 2013"/>
              <a:gd name="T8" fmla="*/ 1966 w 2529"/>
              <a:gd name="T9" fmla="*/ 0 h 2013"/>
              <a:gd name="T10" fmla="*/ 1899 w 2529"/>
              <a:gd name="T11" fmla="*/ 67 h 2013"/>
              <a:gd name="T12" fmla="*/ 1899 w 2529"/>
              <a:gd name="T13" fmla="*/ 1879 h 2013"/>
              <a:gd name="T14" fmla="*/ 1791 w 2529"/>
              <a:gd name="T15" fmla="*/ 1879 h 2013"/>
              <a:gd name="T16" fmla="*/ 1791 w 2529"/>
              <a:gd name="T17" fmla="*/ 328 h 2013"/>
              <a:gd name="T18" fmla="*/ 1724 w 2529"/>
              <a:gd name="T19" fmla="*/ 261 h 2013"/>
              <a:gd name="T20" fmla="*/ 1397 w 2529"/>
              <a:gd name="T21" fmla="*/ 261 h 2013"/>
              <a:gd name="T22" fmla="*/ 1331 w 2529"/>
              <a:gd name="T23" fmla="*/ 328 h 2013"/>
              <a:gd name="T24" fmla="*/ 1331 w 2529"/>
              <a:gd name="T25" fmla="*/ 1879 h 2013"/>
              <a:gd name="T26" fmla="*/ 1222 w 2529"/>
              <a:gd name="T27" fmla="*/ 1879 h 2013"/>
              <a:gd name="T28" fmla="*/ 1222 w 2529"/>
              <a:gd name="T29" fmla="*/ 734 h 2013"/>
              <a:gd name="T30" fmla="*/ 1156 w 2529"/>
              <a:gd name="T31" fmla="*/ 667 h 2013"/>
              <a:gd name="T32" fmla="*/ 829 w 2529"/>
              <a:gd name="T33" fmla="*/ 667 h 2013"/>
              <a:gd name="T34" fmla="*/ 762 w 2529"/>
              <a:gd name="T35" fmla="*/ 734 h 2013"/>
              <a:gd name="T36" fmla="*/ 762 w 2529"/>
              <a:gd name="T37" fmla="*/ 1879 h 2013"/>
              <a:gd name="T38" fmla="*/ 654 w 2529"/>
              <a:gd name="T39" fmla="*/ 1879 h 2013"/>
              <a:gd name="T40" fmla="*/ 654 w 2529"/>
              <a:gd name="T41" fmla="*/ 1107 h 2013"/>
              <a:gd name="T42" fmla="*/ 587 w 2529"/>
              <a:gd name="T43" fmla="*/ 1040 h 2013"/>
              <a:gd name="T44" fmla="*/ 260 w 2529"/>
              <a:gd name="T45" fmla="*/ 1040 h 2013"/>
              <a:gd name="T46" fmla="*/ 194 w 2529"/>
              <a:gd name="T47" fmla="*/ 1107 h 2013"/>
              <a:gd name="T48" fmla="*/ 194 w 2529"/>
              <a:gd name="T49" fmla="*/ 1879 h 2013"/>
              <a:gd name="T50" fmla="*/ 67 w 2529"/>
              <a:gd name="T51" fmla="*/ 1879 h 2013"/>
              <a:gd name="T52" fmla="*/ 0 w 2529"/>
              <a:gd name="T53" fmla="*/ 1946 h 2013"/>
              <a:gd name="T54" fmla="*/ 67 w 2529"/>
              <a:gd name="T55" fmla="*/ 2013 h 2013"/>
              <a:gd name="T56" fmla="*/ 260 w 2529"/>
              <a:gd name="T57" fmla="*/ 2013 h 2013"/>
              <a:gd name="T58" fmla="*/ 587 w 2529"/>
              <a:gd name="T59" fmla="*/ 2013 h 2013"/>
              <a:gd name="T60" fmla="*/ 829 w 2529"/>
              <a:gd name="T61" fmla="*/ 2013 h 2013"/>
              <a:gd name="T62" fmla="*/ 1156 w 2529"/>
              <a:gd name="T63" fmla="*/ 2013 h 2013"/>
              <a:gd name="T64" fmla="*/ 1397 w 2529"/>
              <a:gd name="T65" fmla="*/ 2013 h 2013"/>
              <a:gd name="T66" fmla="*/ 1724 w 2529"/>
              <a:gd name="T67" fmla="*/ 2013 h 2013"/>
              <a:gd name="T68" fmla="*/ 1966 w 2529"/>
              <a:gd name="T69" fmla="*/ 2013 h 2013"/>
              <a:gd name="T70" fmla="*/ 2293 w 2529"/>
              <a:gd name="T71" fmla="*/ 2013 h 2013"/>
              <a:gd name="T72" fmla="*/ 2462 w 2529"/>
              <a:gd name="T73" fmla="*/ 2013 h 2013"/>
              <a:gd name="T74" fmla="*/ 2529 w 2529"/>
              <a:gd name="T75" fmla="*/ 1946 h 2013"/>
              <a:gd name="T76" fmla="*/ 2462 w 2529"/>
              <a:gd name="T77" fmla="*/ 1879 h 2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529" h="2013">
                <a:moveTo>
                  <a:pt x="2462" y="1879"/>
                </a:moveTo>
                <a:lnTo>
                  <a:pt x="2359" y="1879"/>
                </a:lnTo>
                <a:lnTo>
                  <a:pt x="2359" y="67"/>
                </a:lnTo>
                <a:cubicBezTo>
                  <a:pt x="2359" y="30"/>
                  <a:pt x="2329" y="0"/>
                  <a:pt x="2293" y="0"/>
                </a:cubicBezTo>
                <a:lnTo>
                  <a:pt x="1966" y="0"/>
                </a:lnTo>
                <a:cubicBezTo>
                  <a:pt x="1929" y="0"/>
                  <a:pt x="1899" y="30"/>
                  <a:pt x="1899" y="67"/>
                </a:cubicBezTo>
                <a:lnTo>
                  <a:pt x="1899" y="1879"/>
                </a:lnTo>
                <a:lnTo>
                  <a:pt x="1791" y="1879"/>
                </a:lnTo>
                <a:lnTo>
                  <a:pt x="1791" y="328"/>
                </a:lnTo>
                <a:cubicBezTo>
                  <a:pt x="1791" y="291"/>
                  <a:pt x="1761" y="261"/>
                  <a:pt x="1724" y="261"/>
                </a:cubicBezTo>
                <a:lnTo>
                  <a:pt x="1397" y="261"/>
                </a:lnTo>
                <a:cubicBezTo>
                  <a:pt x="1361" y="261"/>
                  <a:pt x="1331" y="291"/>
                  <a:pt x="1331" y="328"/>
                </a:cubicBezTo>
                <a:lnTo>
                  <a:pt x="1331" y="1879"/>
                </a:lnTo>
                <a:lnTo>
                  <a:pt x="1222" y="1879"/>
                </a:lnTo>
                <a:lnTo>
                  <a:pt x="1222" y="734"/>
                </a:lnTo>
                <a:cubicBezTo>
                  <a:pt x="1222" y="697"/>
                  <a:pt x="1192" y="667"/>
                  <a:pt x="1156" y="667"/>
                </a:cubicBezTo>
                <a:lnTo>
                  <a:pt x="829" y="667"/>
                </a:lnTo>
                <a:cubicBezTo>
                  <a:pt x="792" y="667"/>
                  <a:pt x="762" y="697"/>
                  <a:pt x="762" y="734"/>
                </a:cubicBezTo>
                <a:lnTo>
                  <a:pt x="762" y="1879"/>
                </a:lnTo>
                <a:lnTo>
                  <a:pt x="654" y="1879"/>
                </a:lnTo>
                <a:lnTo>
                  <a:pt x="654" y="1107"/>
                </a:lnTo>
                <a:cubicBezTo>
                  <a:pt x="654" y="1070"/>
                  <a:pt x="624" y="1040"/>
                  <a:pt x="587" y="1040"/>
                </a:cubicBezTo>
                <a:lnTo>
                  <a:pt x="260" y="1040"/>
                </a:lnTo>
                <a:cubicBezTo>
                  <a:pt x="224" y="1040"/>
                  <a:pt x="194" y="1070"/>
                  <a:pt x="194" y="1107"/>
                </a:cubicBezTo>
                <a:lnTo>
                  <a:pt x="194" y="1879"/>
                </a:lnTo>
                <a:lnTo>
                  <a:pt x="67" y="1879"/>
                </a:lnTo>
                <a:cubicBezTo>
                  <a:pt x="30" y="1879"/>
                  <a:pt x="0" y="1909"/>
                  <a:pt x="0" y="1946"/>
                </a:cubicBezTo>
                <a:cubicBezTo>
                  <a:pt x="0" y="1983"/>
                  <a:pt x="30" y="2013"/>
                  <a:pt x="67" y="2013"/>
                </a:cubicBezTo>
                <a:lnTo>
                  <a:pt x="260" y="2013"/>
                </a:lnTo>
                <a:lnTo>
                  <a:pt x="587" y="2013"/>
                </a:lnTo>
                <a:lnTo>
                  <a:pt x="829" y="2013"/>
                </a:lnTo>
                <a:lnTo>
                  <a:pt x="1156" y="2013"/>
                </a:lnTo>
                <a:lnTo>
                  <a:pt x="1397" y="2013"/>
                </a:lnTo>
                <a:lnTo>
                  <a:pt x="1724" y="2013"/>
                </a:lnTo>
                <a:lnTo>
                  <a:pt x="1966" y="2013"/>
                </a:lnTo>
                <a:lnTo>
                  <a:pt x="2293" y="2013"/>
                </a:lnTo>
                <a:lnTo>
                  <a:pt x="2462" y="2013"/>
                </a:lnTo>
                <a:cubicBezTo>
                  <a:pt x="2499" y="2013"/>
                  <a:pt x="2529" y="1983"/>
                  <a:pt x="2529" y="1946"/>
                </a:cubicBezTo>
                <a:cubicBezTo>
                  <a:pt x="2529" y="1909"/>
                  <a:pt x="2499" y="1879"/>
                  <a:pt x="2462" y="18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339433" y="5341384"/>
            <a:ext cx="21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问题建议</a:t>
            </a:r>
          </a:p>
        </p:txBody>
      </p:sp>
      <p:sp>
        <p:nvSpPr>
          <p:cNvPr id="24" name="settings_102018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293433" y="4677009"/>
            <a:ext cx="288000" cy="279192"/>
          </a:xfrm>
          <a:custGeom>
            <a:avLst/>
            <a:gdLst>
              <a:gd name="connsiteX0" fmla="*/ 279390 w 602276"/>
              <a:gd name="connsiteY0" fmla="*/ 338996 h 583858"/>
              <a:gd name="connsiteX1" fmla="*/ 297799 w 602276"/>
              <a:gd name="connsiteY1" fmla="*/ 348283 h 583858"/>
              <a:gd name="connsiteX2" fmla="*/ 300456 w 602276"/>
              <a:gd name="connsiteY2" fmla="*/ 352263 h 583858"/>
              <a:gd name="connsiteX3" fmla="*/ 307478 w 602276"/>
              <a:gd name="connsiteY3" fmla="*/ 352831 h 583858"/>
              <a:gd name="connsiteX4" fmla="*/ 310704 w 602276"/>
              <a:gd name="connsiteY4" fmla="*/ 349041 h 583858"/>
              <a:gd name="connsiteX5" fmla="*/ 327595 w 602276"/>
              <a:gd name="connsiteY5" fmla="*/ 341649 h 583858"/>
              <a:gd name="connsiteX6" fmla="*/ 336895 w 602276"/>
              <a:gd name="connsiteY6" fmla="*/ 343734 h 583858"/>
              <a:gd name="connsiteX7" fmla="*/ 364603 w 602276"/>
              <a:gd name="connsiteY7" fmla="*/ 357001 h 583858"/>
              <a:gd name="connsiteX8" fmla="*/ 375801 w 602276"/>
              <a:gd name="connsiteY8" fmla="*/ 369699 h 583858"/>
              <a:gd name="connsiteX9" fmla="*/ 376939 w 602276"/>
              <a:gd name="connsiteY9" fmla="*/ 380691 h 583858"/>
              <a:gd name="connsiteX10" fmla="*/ 375990 w 602276"/>
              <a:gd name="connsiteY10" fmla="*/ 385429 h 583858"/>
              <a:gd name="connsiteX11" fmla="*/ 379786 w 602276"/>
              <a:gd name="connsiteY11" fmla="*/ 390925 h 583858"/>
              <a:gd name="connsiteX12" fmla="*/ 388326 w 602276"/>
              <a:gd name="connsiteY12" fmla="*/ 391114 h 583858"/>
              <a:gd name="connsiteX13" fmla="*/ 410341 w 602276"/>
              <a:gd name="connsiteY13" fmla="*/ 405708 h 583858"/>
              <a:gd name="connsiteX14" fmla="*/ 420590 w 602276"/>
              <a:gd name="connsiteY14" fmla="*/ 434704 h 583858"/>
              <a:gd name="connsiteX15" fmla="*/ 412429 w 602276"/>
              <a:gd name="connsiteY15" fmla="*/ 460290 h 583858"/>
              <a:gd name="connsiteX16" fmla="*/ 407684 w 602276"/>
              <a:gd name="connsiteY16" fmla="*/ 463512 h 583858"/>
              <a:gd name="connsiteX17" fmla="*/ 406925 w 602276"/>
              <a:gd name="connsiteY17" fmla="*/ 471851 h 583858"/>
              <a:gd name="connsiteX18" fmla="*/ 410721 w 602276"/>
              <a:gd name="connsiteY18" fmla="*/ 474883 h 583858"/>
              <a:gd name="connsiteX19" fmla="*/ 416984 w 602276"/>
              <a:gd name="connsiteY19" fmla="*/ 484170 h 583858"/>
              <a:gd name="connsiteX20" fmla="*/ 416225 w 602276"/>
              <a:gd name="connsiteY20" fmla="*/ 501227 h 583858"/>
              <a:gd name="connsiteX21" fmla="*/ 402940 w 602276"/>
              <a:gd name="connsiteY21" fmla="*/ 528897 h 583858"/>
              <a:gd name="connsiteX22" fmla="*/ 382823 w 602276"/>
              <a:gd name="connsiteY22" fmla="*/ 541405 h 583858"/>
              <a:gd name="connsiteX23" fmla="*/ 379217 w 602276"/>
              <a:gd name="connsiteY23" fmla="*/ 541216 h 583858"/>
              <a:gd name="connsiteX24" fmla="*/ 374092 w 602276"/>
              <a:gd name="connsiteY24" fmla="*/ 540268 h 583858"/>
              <a:gd name="connsiteX25" fmla="*/ 368778 w 602276"/>
              <a:gd name="connsiteY25" fmla="*/ 544817 h 583858"/>
              <a:gd name="connsiteX26" fmla="*/ 369158 w 602276"/>
              <a:gd name="connsiteY26" fmla="*/ 550123 h 583858"/>
              <a:gd name="connsiteX27" fmla="*/ 354545 w 602276"/>
              <a:gd name="connsiteY27" fmla="*/ 572487 h 583858"/>
              <a:gd name="connsiteX28" fmla="*/ 325507 w 602276"/>
              <a:gd name="connsiteY28" fmla="*/ 582721 h 583858"/>
              <a:gd name="connsiteX29" fmla="*/ 318485 w 602276"/>
              <a:gd name="connsiteY29" fmla="*/ 583858 h 583858"/>
              <a:gd name="connsiteX30" fmla="*/ 300076 w 602276"/>
              <a:gd name="connsiteY30" fmla="*/ 574571 h 583858"/>
              <a:gd name="connsiteX31" fmla="*/ 296470 w 602276"/>
              <a:gd name="connsiteY31" fmla="*/ 569644 h 583858"/>
              <a:gd name="connsiteX32" fmla="*/ 289258 w 602276"/>
              <a:gd name="connsiteY32" fmla="*/ 569644 h 583858"/>
              <a:gd name="connsiteX33" fmla="*/ 286222 w 602276"/>
              <a:gd name="connsiteY33" fmla="*/ 573055 h 583858"/>
              <a:gd name="connsiteX34" fmla="*/ 269331 w 602276"/>
              <a:gd name="connsiteY34" fmla="*/ 580636 h 583858"/>
              <a:gd name="connsiteX35" fmla="*/ 259842 w 602276"/>
              <a:gd name="connsiteY35" fmla="*/ 578551 h 583858"/>
              <a:gd name="connsiteX36" fmla="*/ 232133 w 602276"/>
              <a:gd name="connsiteY36" fmla="*/ 565285 h 583858"/>
              <a:gd name="connsiteX37" fmla="*/ 220936 w 602276"/>
              <a:gd name="connsiteY37" fmla="*/ 552587 h 583858"/>
              <a:gd name="connsiteX38" fmla="*/ 219987 w 602276"/>
              <a:gd name="connsiteY38" fmla="*/ 541595 h 583858"/>
              <a:gd name="connsiteX39" fmla="*/ 220746 w 602276"/>
              <a:gd name="connsiteY39" fmla="*/ 537236 h 583858"/>
              <a:gd name="connsiteX40" fmla="*/ 215242 w 602276"/>
              <a:gd name="connsiteY40" fmla="*/ 531171 h 583858"/>
              <a:gd name="connsiteX41" fmla="*/ 210308 w 602276"/>
              <a:gd name="connsiteY41" fmla="*/ 531550 h 583858"/>
              <a:gd name="connsiteX42" fmla="*/ 187913 w 602276"/>
              <a:gd name="connsiteY42" fmla="*/ 516957 h 583858"/>
              <a:gd name="connsiteX43" fmla="*/ 177665 w 602276"/>
              <a:gd name="connsiteY43" fmla="*/ 487960 h 583858"/>
              <a:gd name="connsiteX44" fmla="*/ 185825 w 602276"/>
              <a:gd name="connsiteY44" fmla="*/ 462564 h 583858"/>
              <a:gd name="connsiteX45" fmla="*/ 190001 w 602276"/>
              <a:gd name="connsiteY45" fmla="*/ 459532 h 583858"/>
              <a:gd name="connsiteX46" fmla="*/ 190570 w 602276"/>
              <a:gd name="connsiteY46" fmla="*/ 451003 h 583858"/>
              <a:gd name="connsiteX47" fmla="*/ 187533 w 602276"/>
              <a:gd name="connsiteY47" fmla="*/ 448350 h 583858"/>
              <a:gd name="connsiteX48" fmla="*/ 181271 w 602276"/>
              <a:gd name="connsiteY48" fmla="*/ 439063 h 583858"/>
              <a:gd name="connsiteX49" fmla="*/ 182030 w 602276"/>
              <a:gd name="connsiteY49" fmla="*/ 422196 h 583858"/>
              <a:gd name="connsiteX50" fmla="*/ 195315 w 602276"/>
              <a:gd name="connsiteY50" fmla="*/ 394526 h 583858"/>
              <a:gd name="connsiteX51" fmla="*/ 215432 w 602276"/>
              <a:gd name="connsiteY51" fmla="*/ 381828 h 583858"/>
              <a:gd name="connsiteX52" fmla="*/ 219228 w 602276"/>
              <a:gd name="connsiteY52" fmla="*/ 382207 h 583858"/>
              <a:gd name="connsiteX53" fmla="*/ 223403 w 602276"/>
              <a:gd name="connsiteY53" fmla="*/ 382965 h 583858"/>
              <a:gd name="connsiteX54" fmla="*/ 228907 w 602276"/>
              <a:gd name="connsiteY54" fmla="*/ 378037 h 583858"/>
              <a:gd name="connsiteX55" fmla="*/ 228527 w 602276"/>
              <a:gd name="connsiteY55" fmla="*/ 372731 h 583858"/>
              <a:gd name="connsiteX56" fmla="*/ 243330 w 602276"/>
              <a:gd name="connsiteY56" fmla="*/ 350367 h 583858"/>
              <a:gd name="connsiteX57" fmla="*/ 272368 w 602276"/>
              <a:gd name="connsiteY57" fmla="*/ 340133 h 583858"/>
              <a:gd name="connsiteX58" fmla="*/ 279390 w 602276"/>
              <a:gd name="connsiteY58" fmla="*/ 338996 h 583858"/>
              <a:gd name="connsiteX59" fmla="*/ 481176 w 602276"/>
              <a:gd name="connsiteY59" fmla="*/ 227025 h 583858"/>
              <a:gd name="connsiteX60" fmla="*/ 443783 w 602276"/>
              <a:gd name="connsiteY60" fmla="*/ 242562 h 583858"/>
              <a:gd name="connsiteX61" fmla="*/ 443783 w 602276"/>
              <a:gd name="connsiteY61" fmla="*/ 316840 h 583858"/>
              <a:gd name="connsiteX62" fmla="*/ 481176 w 602276"/>
              <a:gd name="connsiteY62" fmla="*/ 332188 h 583858"/>
              <a:gd name="connsiteX63" fmla="*/ 518379 w 602276"/>
              <a:gd name="connsiteY63" fmla="*/ 316840 h 583858"/>
              <a:gd name="connsiteX64" fmla="*/ 518379 w 602276"/>
              <a:gd name="connsiteY64" fmla="*/ 242562 h 583858"/>
              <a:gd name="connsiteX65" fmla="*/ 481176 w 602276"/>
              <a:gd name="connsiteY65" fmla="*/ 227025 h 583858"/>
              <a:gd name="connsiteX66" fmla="*/ 464283 w 602276"/>
              <a:gd name="connsiteY66" fmla="*/ 156726 h 583858"/>
              <a:gd name="connsiteX67" fmla="*/ 495222 w 602276"/>
              <a:gd name="connsiteY67" fmla="*/ 156726 h 583858"/>
              <a:gd name="connsiteX68" fmla="*/ 510787 w 602276"/>
              <a:gd name="connsiteY68" fmla="*/ 163547 h 583858"/>
              <a:gd name="connsiteX69" fmla="*/ 516481 w 602276"/>
              <a:gd name="connsiteY69" fmla="*/ 173401 h 583858"/>
              <a:gd name="connsiteX70" fmla="*/ 518000 w 602276"/>
              <a:gd name="connsiteY70" fmla="*/ 178706 h 583858"/>
              <a:gd name="connsiteX71" fmla="*/ 523314 w 602276"/>
              <a:gd name="connsiteY71" fmla="*/ 181359 h 583858"/>
              <a:gd name="connsiteX72" fmla="*/ 531287 w 602276"/>
              <a:gd name="connsiteY72" fmla="*/ 177948 h 583858"/>
              <a:gd name="connsiteX73" fmla="*/ 541726 w 602276"/>
              <a:gd name="connsiteY73" fmla="*/ 175295 h 583858"/>
              <a:gd name="connsiteX74" fmla="*/ 557481 w 602276"/>
              <a:gd name="connsiteY74" fmla="*/ 181738 h 583858"/>
              <a:gd name="connsiteX75" fmla="*/ 579309 w 602276"/>
              <a:gd name="connsiteY75" fmla="*/ 203339 h 583858"/>
              <a:gd name="connsiteX76" fmla="*/ 582915 w 602276"/>
              <a:gd name="connsiteY76" fmla="*/ 229867 h 583858"/>
              <a:gd name="connsiteX77" fmla="*/ 579878 w 602276"/>
              <a:gd name="connsiteY77" fmla="*/ 234793 h 583858"/>
              <a:gd name="connsiteX78" fmla="*/ 582726 w 602276"/>
              <a:gd name="connsiteY78" fmla="*/ 242752 h 583858"/>
              <a:gd name="connsiteX79" fmla="*/ 587281 w 602276"/>
              <a:gd name="connsiteY79" fmla="*/ 243889 h 583858"/>
              <a:gd name="connsiteX80" fmla="*/ 596582 w 602276"/>
              <a:gd name="connsiteY80" fmla="*/ 249573 h 583858"/>
              <a:gd name="connsiteX81" fmla="*/ 602276 w 602276"/>
              <a:gd name="connsiteY81" fmla="*/ 265111 h 583858"/>
              <a:gd name="connsiteX82" fmla="*/ 602276 w 602276"/>
              <a:gd name="connsiteY82" fmla="*/ 295997 h 583858"/>
              <a:gd name="connsiteX83" fmla="*/ 586901 w 602276"/>
              <a:gd name="connsiteY83" fmla="*/ 317219 h 583858"/>
              <a:gd name="connsiteX84" fmla="*/ 582915 w 602276"/>
              <a:gd name="connsiteY84" fmla="*/ 318545 h 583858"/>
              <a:gd name="connsiteX85" fmla="*/ 580068 w 602276"/>
              <a:gd name="connsiteY85" fmla="*/ 324988 h 583858"/>
              <a:gd name="connsiteX86" fmla="*/ 582726 w 602276"/>
              <a:gd name="connsiteY86" fmla="*/ 329536 h 583858"/>
              <a:gd name="connsiteX87" fmla="*/ 579119 w 602276"/>
              <a:gd name="connsiteY87" fmla="*/ 356063 h 583858"/>
              <a:gd name="connsiteX88" fmla="*/ 557291 w 602276"/>
              <a:gd name="connsiteY88" fmla="*/ 377854 h 583858"/>
              <a:gd name="connsiteX89" fmla="*/ 541536 w 602276"/>
              <a:gd name="connsiteY89" fmla="*/ 384107 h 583858"/>
              <a:gd name="connsiteX90" fmla="*/ 530907 w 602276"/>
              <a:gd name="connsiteY90" fmla="*/ 381454 h 583858"/>
              <a:gd name="connsiteX91" fmla="*/ 525592 w 602276"/>
              <a:gd name="connsiteY91" fmla="*/ 378422 h 583858"/>
              <a:gd name="connsiteX92" fmla="*/ 518949 w 602276"/>
              <a:gd name="connsiteY92" fmla="*/ 381454 h 583858"/>
              <a:gd name="connsiteX93" fmla="*/ 517620 w 602276"/>
              <a:gd name="connsiteY93" fmla="*/ 385812 h 583858"/>
              <a:gd name="connsiteX94" fmla="*/ 496361 w 602276"/>
              <a:gd name="connsiteY94" fmla="*/ 401729 h 583858"/>
              <a:gd name="connsiteX95" fmla="*/ 465612 w 602276"/>
              <a:gd name="connsiteY95" fmla="*/ 401729 h 583858"/>
              <a:gd name="connsiteX96" fmla="*/ 449857 w 602276"/>
              <a:gd name="connsiteY96" fmla="*/ 395287 h 583858"/>
              <a:gd name="connsiteX97" fmla="*/ 444353 w 602276"/>
              <a:gd name="connsiteY97" fmla="*/ 386191 h 583858"/>
              <a:gd name="connsiteX98" fmla="*/ 443024 w 602276"/>
              <a:gd name="connsiteY98" fmla="*/ 381833 h 583858"/>
              <a:gd name="connsiteX99" fmla="*/ 435621 w 602276"/>
              <a:gd name="connsiteY99" fmla="*/ 378801 h 583858"/>
              <a:gd name="connsiteX100" fmla="*/ 431256 w 602276"/>
              <a:gd name="connsiteY100" fmla="*/ 381265 h 583858"/>
              <a:gd name="connsiteX101" fmla="*/ 420436 w 602276"/>
              <a:gd name="connsiteY101" fmla="*/ 384107 h 583858"/>
              <a:gd name="connsiteX102" fmla="*/ 404682 w 602276"/>
              <a:gd name="connsiteY102" fmla="*/ 377665 h 583858"/>
              <a:gd name="connsiteX103" fmla="*/ 383043 w 602276"/>
              <a:gd name="connsiteY103" fmla="*/ 355874 h 583858"/>
              <a:gd name="connsiteX104" fmla="*/ 379247 w 602276"/>
              <a:gd name="connsiteY104" fmla="*/ 329346 h 583858"/>
              <a:gd name="connsiteX105" fmla="*/ 381715 w 602276"/>
              <a:gd name="connsiteY105" fmla="*/ 324988 h 583858"/>
              <a:gd name="connsiteX106" fmla="*/ 378298 w 602276"/>
              <a:gd name="connsiteY106" fmla="*/ 317030 h 583858"/>
              <a:gd name="connsiteX107" fmla="*/ 374312 w 602276"/>
              <a:gd name="connsiteY107" fmla="*/ 316082 h 583858"/>
              <a:gd name="connsiteX108" fmla="*/ 364442 w 602276"/>
              <a:gd name="connsiteY108" fmla="*/ 310398 h 583858"/>
              <a:gd name="connsiteX109" fmla="*/ 356849 w 602276"/>
              <a:gd name="connsiteY109" fmla="*/ 294670 h 583858"/>
              <a:gd name="connsiteX110" fmla="*/ 356849 w 602276"/>
              <a:gd name="connsiteY110" fmla="*/ 263974 h 583858"/>
              <a:gd name="connsiteX111" fmla="*/ 373932 w 602276"/>
              <a:gd name="connsiteY111" fmla="*/ 242752 h 583858"/>
              <a:gd name="connsiteX112" fmla="*/ 378867 w 602276"/>
              <a:gd name="connsiteY112" fmla="*/ 241615 h 583858"/>
              <a:gd name="connsiteX113" fmla="*/ 381904 w 602276"/>
              <a:gd name="connsiteY113" fmla="*/ 234604 h 583858"/>
              <a:gd name="connsiteX114" fmla="*/ 379247 w 602276"/>
              <a:gd name="connsiteY114" fmla="*/ 230056 h 583858"/>
              <a:gd name="connsiteX115" fmla="*/ 382854 w 602276"/>
              <a:gd name="connsiteY115" fmla="*/ 203529 h 583858"/>
              <a:gd name="connsiteX116" fmla="*/ 404492 w 602276"/>
              <a:gd name="connsiteY116" fmla="*/ 181927 h 583858"/>
              <a:gd name="connsiteX117" fmla="*/ 420436 w 602276"/>
              <a:gd name="connsiteY117" fmla="*/ 175485 h 583858"/>
              <a:gd name="connsiteX118" fmla="*/ 431066 w 602276"/>
              <a:gd name="connsiteY118" fmla="*/ 178138 h 583858"/>
              <a:gd name="connsiteX119" fmla="*/ 435242 w 602276"/>
              <a:gd name="connsiteY119" fmla="*/ 180601 h 583858"/>
              <a:gd name="connsiteX120" fmla="*/ 441695 w 602276"/>
              <a:gd name="connsiteY120" fmla="*/ 177948 h 583858"/>
              <a:gd name="connsiteX121" fmla="*/ 443024 w 602276"/>
              <a:gd name="connsiteY121" fmla="*/ 173211 h 583858"/>
              <a:gd name="connsiteX122" fmla="*/ 464283 w 602276"/>
              <a:gd name="connsiteY122" fmla="*/ 156726 h 583858"/>
              <a:gd name="connsiteX123" fmla="*/ 175373 w 602276"/>
              <a:gd name="connsiteY123" fmla="*/ 93230 h 583858"/>
              <a:gd name="connsiteX124" fmla="*/ 118813 w 602276"/>
              <a:gd name="connsiteY124" fmla="*/ 116727 h 583858"/>
              <a:gd name="connsiteX125" fmla="*/ 118813 w 602276"/>
              <a:gd name="connsiteY125" fmla="*/ 229853 h 583858"/>
              <a:gd name="connsiteX126" fmla="*/ 175373 w 602276"/>
              <a:gd name="connsiteY126" fmla="*/ 253350 h 583858"/>
              <a:gd name="connsiteX127" fmla="*/ 232123 w 602276"/>
              <a:gd name="connsiteY127" fmla="*/ 229853 h 583858"/>
              <a:gd name="connsiteX128" fmla="*/ 232123 w 602276"/>
              <a:gd name="connsiteY128" fmla="*/ 116727 h 583858"/>
              <a:gd name="connsiteX129" fmla="*/ 175373 w 602276"/>
              <a:gd name="connsiteY129" fmla="*/ 93230 h 583858"/>
              <a:gd name="connsiteX130" fmla="*/ 151079 w 602276"/>
              <a:gd name="connsiteY130" fmla="*/ 0 h 583858"/>
              <a:gd name="connsiteX131" fmla="*/ 195872 w 602276"/>
              <a:gd name="connsiteY131" fmla="*/ 0 h 583858"/>
              <a:gd name="connsiteX132" fmla="*/ 216180 w 602276"/>
              <a:gd name="connsiteY132" fmla="*/ 7959 h 583858"/>
              <a:gd name="connsiteX133" fmla="*/ 223392 w 602276"/>
              <a:gd name="connsiteY133" fmla="*/ 19707 h 583858"/>
              <a:gd name="connsiteX134" fmla="*/ 225670 w 602276"/>
              <a:gd name="connsiteY134" fmla="*/ 28045 h 583858"/>
              <a:gd name="connsiteX135" fmla="*/ 236868 w 602276"/>
              <a:gd name="connsiteY135" fmla="*/ 34108 h 583858"/>
              <a:gd name="connsiteX136" fmla="*/ 249964 w 602276"/>
              <a:gd name="connsiteY136" fmla="*/ 28424 h 583858"/>
              <a:gd name="connsiteX137" fmla="*/ 263629 w 602276"/>
              <a:gd name="connsiteY137" fmla="*/ 25013 h 583858"/>
              <a:gd name="connsiteX138" fmla="*/ 284128 w 602276"/>
              <a:gd name="connsiteY138" fmla="*/ 33161 h 583858"/>
              <a:gd name="connsiteX139" fmla="*/ 315634 w 602276"/>
              <a:gd name="connsiteY139" fmla="*/ 64806 h 583858"/>
              <a:gd name="connsiteX140" fmla="*/ 320379 w 602276"/>
              <a:gd name="connsiteY140" fmla="*/ 99104 h 583858"/>
              <a:gd name="connsiteX141" fmla="*/ 315444 w 602276"/>
              <a:gd name="connsiteY141" fmla="*/ 107821 h 583858"/>
              <a:gd name="connsiteX142" fmla="*/ 320759 w 602276"/>
              <a:gd name="connsiteY142" fmla="*/ 122601 h 583858"/>
              <a:gd name="connsiteX143" fmla="*/ 329110 w 602276"/>
              <a:gd name="connsiteY143" fmla="*/ 124685 h 583858"/>
              <a:gd name="connsiteX144" fmla="*/ 341257 w 602276"/>
              <a:gd name="connsiteY144" fmla="*/ 131886 h 583858"/>
              <a:gd name="connsiteX145" fmla="*/ 349228 w 602276"/>
              <a:gd name="connsiteY145" fmla="*/ 152162 h 583858"/>
              <a:gd name="connsiteX146" fmla="*/ 349228 w 602276"/>
              <a:gd name="connsiteY146" fmla="*/ 196881 h 583858"/>
              <a:gd name="connsiteX147" fmla="*/ 328920 w 602276"/>
              <a:gd name="connsiteY147" fmla="*/ 224358 h 583858"/>
              <a:gd name="connsiteX148" fmla="*/ 320759 w 602276"/>
              <a:gd name="connsiteY148" fmla="*/ 226821 h 583858"/>
              <a:gd name="connsiteX149" fmla="*/ 315444 w 602276"/>
              <a:gd name="connsiteY149" fmla="*/ 239517 h 583858"/>
              <a:gd name="connsiteX150" fmla="*/ 320189 w 602276"/>
              <a:gd name="connsiteY150" fmla="*/ 247665 h 583858"/>
              <a:gd name="connsiteX151" fmla="*/ 315444 w 602276"/>
              <a:gd name="connsiteY151" fmla="*/ 281963 h 583858"/>
              <a:gd name="connsiteX152" fmla="*/ 283748 w 602276"/>
              <a:gd name="connsiteY152" fmla="*/ 313608 h 583858"/>
              <a:gd name="connsiteX153" fmla="*/ 263440 w 602276"/>
              <a:gd name="connsiteY153" fmla="*/ 321756 h 583858"/>
              <a:gd name="connsiteX154" fmla="*/ 249395 w 602276"/>
              <a:gd name="connsiteY154" fmla="*/ 318156 h 583858"/>
              <a:gd name="connsiteX155" fmla="*/ 240094 w 602276"/>
              <a:gd name="connsiteY155" fmla="*/ 313040 h 583858"/>
              <a:gd name="connsiteX156" fmla="*/ 227378 w 602276"/>
              <a:gd name="connsiteY156" fmla="*/ 319103 h 583858"/>
              <a:gd name="connsiteX157" fmla="*/ 225100 w 602276"/>
              <a:gd name="connsiteY157" fmla="*/ 327441 h 583858"/>
              <a:gd name="connsiteX158" fmla="*/ 197580 w 602276"/>
              <a:gd name="connsiteY158" fmla="*/ 348664 h 583858"/>
              <a:gd name="connsiteX159" fmla="*/ 152787 w 602276"/>
              <a:gd name="connsiteY159" fmla="*/ 348664 h 583858"/>
              <a:gd name="connsiteX160" fmla="*/ 132479 w 602276"/>
              <a:gd name="connsiteY160" fmla="*/ 339758 h 583858"/>
              <a:gd name="connsiteX161" fmla="*/ 125266 w 602276"/>
              <a:gd name="connsiteY161" fmla="*/ 327062 h 583858"/>
              <a:gd name="connsiteX162" fmla="*/ 122989 w 602276"/>
              <a:gd name="connsiteY162" fmla="*/ 319293 h 583858"/>
              <a:gd name="connsiteX163" fmla="*/ 109134 w 602276"/>
              <a:gd name="connsiteY163" fmla="*/ 313419 h 583858"/>
              <a:gd name="connsiteX164" fmla="*/ 101162 w 602276"/>
              <a:gd name="connsiteY164" fmla="*/ 317966 h 583858"/>
              <a:gd name="connsiteX165" fmla="*/ 87307 w 602276"/>
              <a:gd name="connsiteY165" fmla="*/ 321567 h 583858"/>
              <a:gd name="connsiteX166" fmla="*/ 66809 w 602276"/>
              <a:gd name="connsiteY166" fmla="*/ 313229 h 583858"/>
              <a:gd name="connsiteX167" fmla="*/ 35112 w 602276"/>
              <a:gd name="connsiteY167" fmla="*/ 281584 h 583858"/>
              <a:gd name="connsiteX168" fmla="*/ 30557 w 602276"/>
              <a:gd name="connsiteY168" fmla="*/ 247286 h 583858"/>
              <a:gd name="connsiteX169" fmla="*/ 34923 w 602276"/>
              <a:gd name="connsiteY169" fmla="*/ 239517 h 583858"/>
              <a:gd name="connsiteX170" fmla="*/ 28849 w 602276"/>
              <a:gd name="connsiteY170" fmla="*/ 224737 h 583858"/>
              <a:gd name="connsiteX171" fmla="*/ 21637 w 602276"/>
              <a:gd name="connsiteY171" fmla="*/ 222652 h 583858"/>
              <a:gd name="connsiteX172" fmla="*/ 9110 w 602276"/>
              <a:gd name="connsiteY172" fmla="*/ 215452 h 583858"/>
              <a:gd name="connsiteX173" fmla="*/ 0 w 602276"/>
              <a:gd name="connsiteY173" fmla="*/ 195176 h 583858"/>
              <a:gd name="connsiteX174" fmla="*/ 0 w 602276"/>
              <a:gd name="connsiteY174" fmla="*/ 150456 h 583858"/>
              <a:gd name="connsiteX175" fmla="*/ 21447 w 602276"/>
              <a:gd name="connsiteY175" fmla="*/ 122790 h 583858"/>
              <a:gd name="connsiteX176" fmla="*/ 29418 w 602276"/>
              <a:gd name="connsiteY176" fmla="*/ 120706 h 583858"/>
              <a:gd name="connsiteX177" fmla="*/ 34923 w 602276"/>
              <a:gd name="connsiteY177" fmla="*/ 107631 h 583858"/>
              <a:gd name="connsiteX178" fmla="*/ 30367 w 602276"/>
              <a:gd name="connsiteY178" fmla="*/ 99483 h 583858"/>
              <a:gd name="connsiteX179" fmla="*/ 34923 w 602276"/>
              <a:gd name="connsiteY179" fmla="*/ 65185 h 583858"/>
              <a:gd name="connsiteX180" fmla="*/ 66619 w 602276"/>
              <a:gd name="connsiteY180" fmla="*/ 33540 h 583858"/>
              <a:gd name="connsiteX181" fmla="*/ 87117 w 602276"/>
              <a:gd name="connsiteY181" fmla="*/ 25202 h 583858"/>
              <a:gd name="connsiteX182" fmla="*/ 100972 w 602276"/>
              <a:gd name="connsiteY182" fmla="*/ 28803 h 583858"/>
              <a:gd name="connsiteX183" fmla="*/ 101352 w 602276"/>
              <a:gd name="connsiteY183" fmla="*/ 29182 h 583858"/>
              <a:gd name="connsiteX184" fmla="*/ 110462 w 602276"/>
              <a:gd name="connsiteY184" fmla="*/ 35245 h 583858"/>
              <a:gd name="connsiteX185" fmla="*/ 120901 w 602276"/>
              <a:gd name="connsiteY185" fmla="*/ 29371 h 583858"/>
              <a:gd name="connsiteX186" fmla="*/ 123368 w 602276"/>
              <a:gd name="connsiteY186" fmla="*/ 20276 h 583858"/>
              <a:gd name="connsiteX187" fmla="*/ 151079 w 602276"/>
              <a:gd name="connsiteY187" fmla="*/ 0 h 583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602276" h="583858">
                <a:moveTo>
                  <a:pt x="279390" y="338996"/>
                </a:moveTo>
                <a:cubicBezTo>
                  <a:pt x="286791" y="338996"/>
                  <a:pt x="293813" y="342597"/>
                  <a:pt x="297799" y="348283"/>
                </a:cubicBezTo>
                <a:lnTo>
                  <a:pt x="300456" y="352263"/>
                </a:lnTo>
                <a:lnTo>
                  <a:pt x="307478" y="352831"/>
                </a:lnTo>
                <a:lnTo>
                  <a:pt x="310704" y="349041"/>
                </a:lnTo>
                <a:cubicBezTo>
                  <a:pt x="314690" y="344492"/>
                  <a:pt x="320953" y="341649"/>
                  <a:pt x="327595" y="341649"/>
                </a:cubicBezTo>
                <a:cubicBezTo>
                  <a:pt x="330821" y="341649"/>
                  <a:pt x="334048" y="342218"/>
                  <a:pt x="336895" y="343734"/>
                </a:cubicBezTo>
                <a:lnTo>
                  <a:pt x="364603" y="357001"/>
                </a:lnTo>
                <a:cubicBezTo>
                  <a:pt x="369727" y="359464"/>
                  <a:pt x="373903" y="364013"/>
                  <a:pt x="375801" y="369699"/>
                </a:cubicBezTo>
                <a:cubicBezTo>
                  <a:pt x="377129" y="373299"/>
                  <a:pt x="377509" y="377090"/>
                  <a:pt x="376939" y="380691"/>
                </a:cubicBezTo>
                <a:lnTo>
                  <a:pt x="375990" y="385429"/>
                </a:lnTo>
                <a:cubicBezTo>
                  <a:pt x="376939" y="386945"/>
                  <a:pt x="378458" y="388840"/>
                  <a:pt x="379786" y="390925"/>
                </a:cubicBezTo>
                <a:lnTo>
                  <a:pt x="388326" y="391114"/>
                </a:lnTo>
                <a:cubicBezTo>
                  <a:pt x="398005" y="390546"/>
                  <a:pt x="407115" y="396800"/>
                  <a:pt x="410341" y="405708"/>
                </a:cubicBezTo>
                <a:lnTo>
                  <a:pt x="420590" y="434704"/>
                </a:lnTo>
                <a:cubicBezTo>
                  <a:pt x="423816" y="443991"/>
                  <a:pt x="420400" y="454604"/>
                  <a:pt x="412429" y="460290"/>
                </a:cubicBezTo>
                <a:lnTo>
                  <a:pt x="407684" y="463512"/>
                </a:lnTo>
                <a:lnTo>
                  <a:pt x="406925" y="471851"/>
                </a:lnTo>
                <a:lnTo>
                  <a:pt x="410721" y="474883"/>
                </a:lnTo>
                <a:cubicBezTo>
                  <a:pt x="413568" y="477347"/>
                  <a:pt x="415655" y="480569"/>
                  <a:pt x="416984" y="484170"/>
                </a:cubicBezTo>
                <a:cubicBezTo>
                  <a:pt x="419072" y="489855"/>
                  <a:pt x="418692" y="495920"/>
                  <a:pt x="416225" y="501227"/>
                </a:cubicBezTo>
                <a:lnTo>
                  <a:pt x="402940" y="528897"/>
                </a:lnTo>
                <a:cubicBezTo>
                  <a:pt x="399334" y="536478"/>
                  <a:pt x="391363" y="541405"/>
                  <a:pt x="382823" y="541405"/>
                </a:cubicBezTo>
                <a:cubicBezTo>
                  <a:pt x="381684" y="541405"/>
                  <a:pt x="380355" y="541405"/>
                  <a:pt x="379217" y="541216"/>
                </a:cubicBezTo>
                <a:lnTo>
                  <a:pt x="374092" y="540268"/>
                </a:lnTo>
                <a:lnTo>
                  <a:pt x="368778" y="544817"/>
                </a:lnTo>
                <a:lnTo>
                  <a:pt x="369158" y="550123"/>
                </a:lnTo>
                <a:cubicBezTo>
                  <a:pt x="369917" y="559789"/>
                  <a:pt x="363654" y="569265"/>
                  <a:pt x="354545" y="572487"/>
                </a:cubicBezTo>
                <a:lnTo>
                  <a:pt x="325507" y="582721"/>
                </a:lnTo>
                <a:cubicBezTo>
                  <a:pt x="323230" y="583479"/>
                  <a:pt x="320953" y="583858"/>
                  <a:pt x="318485" y="583858"/>
                </a:cubicBezTo>
                <a:cubicBezTo>
                  <a:pt x="311084" y="583858"/>
                  <a:pt x="304062" y="580447"/>
                  <a:pt x="300076" y="574571"/>
                </a:cubicBezTo>
                <a:lnTo>
                  <a:pt x="296470" y="569644"/>
                </a:lnTo>
                <a:lnTo>
                  <a:pt x="289258" y="569644"/>
                </a:lnTo>
                <a:lnTo>
                  <a:pt x="286222" y="573055"/>
                </a:lnTo>
                <a:cubicBezTo>
                  <a:pt x="282047" y="577793"/>
                  <a:pt x="275784" y="580636"/>
                  <a:pt x="269331" y="580636"/>
                </a:cubicBezTo>
                <a:cubicBezTo>
                  <a:pt x="265915" y="580636"/>
                  <a:pt x="262688" y="579878"/>
                  <a:pt x="259842" y="578551"/>
                </a:cubicBezTo>
                <a:lnTo>
                  <a:pt x="232133" y="565285"/>
                </a:lnTo>
                <a:cubicBezTo>
                  <a:pt x="227009" y="562821"/>
                  <a:pt x="222834" y="558273"/>
                  <a:pt x="220936" y="552587"/>
                </a:cubicBezTo>
                <a:cubicBezTo>
                  <a:pt x="219607" y="548986"/>
                  <a:pt x="219228" y="545196"/>
                  <a:pt x="219987" y="541595"/>
                </a:cubicBezTo>
                <a:lnTo>
                  <a:pt x="220746" y="537236"/>
                </a:lnTo>
                <a:lnTo>
                  <a:pt x="215242" y="531171"/>
                </a:lnTo>
                <a:lnTo>
                  <a:pt x="210308" y="531550"/>
                </a:lnTo>
                <a:cubicBezTo>
                  <a:pt x="200629" y="532308"/>
                  <a:pt x="191139" y="526054"/>
                  <a:pt x="187913" y="516957"/>
                </a:cubicBezTo>
                <a:lnTo>
                  <a:pt x="177665" y="487960"/>
                </a:lnTo>
                <a:cubicBezTo>
                  <a:pt x="174438" y="478673"/>
                  <a:pt x="177854" y="468060"/>
                  <a:pt x="185825" y="462564"/>
                </a:cubicBezTo>
                <a:lnTo>
                  <a:pt x="190001" y="459532"/>
                </a:lnTo>
                <a:lnTo>
                  <a:pt x="190570" y="451003"/>
                </a:lnTo>
                <a:lnTo>
                  <a:pt x="187533" y="448350"/>
                </a:lnTo>
                <a:cubicBezTo>
                  <a:pt x="184687" y="445886"/>
                  <a:pt x="182599" y="442854"/>
                  <a:pt x="181271" y="439063"/>
                </a:cubicBezTo>
                <a:cubicBezTo>
                  <a:pt x="179373" y="433567"/>
                  <a:pt x="179562" y="427313"/>
                  <a:pt x="182030" y="422196"/>
                </a:cubicBezTo>
                <a:lnTo>
                  <a:pt x="195315" y="394526"/>
                </a:lnTo>
                <a:cubicBezTo>
                  <a:pt x="198921" y="386945"/>
                  <a:pt x="207081" y="381828"/>
                  <a:pt x="215432" y="381828"/>
                </a:cubicBezTo>
                <a:cubicBezTo>
                  <a:pt x="216760" y="381828"/>
                  <a:pt x="217899" y="382017"/>
                  <a:pt x="219228" y="382207"/>
                </a:cubicBezTo>
                <a:lnTo>
                  <a:pt x="223403" y="382965"/>
                </a:lnTo>
                <a:lnTo>
                  <a:pt x="228907" y="378037"/>
                </a:lnTo>
                <a:lnTo>
                  <a:pt x="228527" y="372731"/>
                </a:lnTo>
                <a:cubicBezTo>
                  <a:pt x="227958" y="363065"/>
                  <a:pt x="234031" y="353589"/>
                  <a:pt x="243330" y="350367"/>
                </a:cubicBezTo>
                <a:lnTo>
                  <a:pt x="272368" y="340133"/>
                </a:lnTo>
                <a:cubicBezTo>
                  <a:pt x="274645" y="339375"/>
                  <a:pt x="276922" y="338996"/>
                  <a:pt x="279390" y="338996"/>
                </a:cubicBezTo>
                <a:close/>
                <a:moveTo>
                  <a:pt x="481176" y="227025"/>
                </a:moveTo>
                <a:cubicBezTo>
                  <a:pt x="467130" y="227025"/>
                  <a:pt x="453843" y="232520"/>
                  <a:pt x="443783" y="242562"/>
                </a:cubicBezTo>
                <a:cubicBezTo>
                  <a:pt x="423283" y="263027"/>
                  <a:pt x="423283" y="296376"/>
                  <a:pt x="443783" y="316840"/>
                </a:cubicBezTo>
                <a:cubicBezTo>
                  <a:pt x="453843" y="326883"/>
                  <a:pt x="467130" y="332188"/>
                  <a:pt x="481176" y="332188"/>
                </a:cubicBezTo>
                <a:cubicBezTo>
                  <a:pt x="495222" y="332188"/>
                  <a:pt x="508509" y="326883"/>
                  <a:pt x="518379" y="316840"/>
                </a:cubicBezTo>
                <a:cubicBezTo>
                  <a:pt x="538879" y="296376"/>
                  <a:pt x="538879" y="263027"/>
                  <a:pt x="518379" y="242562"/>
                </a:cubicBezTo>
                <a:cubicBezTo>
                  <a:pt x="508509" y="232520"/>
                  <a:pt x="495222" y="227025"/>
                  <a:pt x="481176" y="227025"/>
                </a:cubicBezTo>
                <a:close/>
                <a:moveTo>
                  <a:pt x="464283" y="156726"/>
                </a:moveTo>
                <a:lnTo>
                  <a:pt x="495222" y="156726"/>
                </a:lnTo>
                <a:cubicBezTo>
                  <a:pt x="500917" y="156726"/>
                  <a:pt x="506611" y="159379"/>
                  <a:pt x="510787" y="163547"/>
                </a:cubicBezTo>
                <a:cubicBezTo>
                  <a:pt x="513444" y="166390"/>
                  <a:pt x="515532" y="169990"/>
                  <a:pt x="516481" y="173401"/>
                </a:cubicBezTo>
                <a:lnTo>
                  <a:pt x="518000" y="178706"/>
                </a:lnTo>
                <a:lnTo>
                  <a:pt x="523314" y="181359"/>
                </a:lnTo>
                <a:lnTo>
                  <a:pt x="531287" y="177948"/>
                </a:lnTo>
                <a:cubicBezTo>
                  <a:pt x="534513" y="176243"/>
                  <a:pt x="538120" y="175295"/>
                  <a:pt x="541726" y="175295"/>
                </a:cubicBezTo>
                <a:cubicBezTo>
                  <a:pt x="547800" y="175295"/>
                  <a:pt x="553495" y="177569"/>
                  <a:pt x="557481" y="181738"/>
                </a:cubicBezTo>
                <a:lnTo>
                  <a:pt x="579309" y="203339"/>
                </a:lnTo>
                <a:cubicBezTo>
                  <a:pt x="586142" y="210350"/>
                  <a:pt x="587661" y="221530"/>
                  <a:pt x="582915" y="229867"/>
                </a:cubicBezTo>
                <a:lnTo>
                  <a:pt x="579878" y="234793"/>
                </a:lnTo>
                <a:lnTo>
                  <a:pt x="582726" y="242752"/>
                </a:lnTo>
                <a:lnTo>
                  <a:pt x="587281" y="243889"/>
                </a:lnTo>
                <a:cubicBezTo>
                  <a:pt x="590888" y="244836"/>
                  <a:pt x="593735" y="246920"/>
                  <a:pt x="596582" y="249573"/>
                </a:cubicBezTo>
                <a:cubicBezTo>
                  <a:pt x="600758" y="253742"/>
                  <a:pt x="602276" y="259426"/>
                  <a:pt x="602276" y="265111"/>
                </a:cubicBezTo>
                <a:lnTo>
                  <a:pt x="602276" y="295997"/>
                </a:lnTo>
                <a:cubicBezTo>
                  <a:pt x="602276" y="305661"/>
                  <a:pt x="596392" y="314566"/>
                  <a:pt x="586901" y="317219"/>
                </a:cubicBezTo>
                <a:lnTo>
                  <a:pt x="582915" y="318545"/>
                </a:lnTo>
                <a:lnTo>
                  <a:pt x="580068" y="324988"/>
                </a:lnTo>
                <a:lnTo>
                  <a:pt x="582726" y="329536"/>
                </a:lnTo>
                <a:cubicBezTo>
                  <a:pt x="587471" y="338062"/>
                  <a:pt x="585952" y="349242"/>
                  <a:pt x="579119" y="356063"/>
                </a:cubicBezTo>
                <a:lnTo>
                  <a:pt x="557291" y="377854"/>
                </a:lnTo>
                <a:cubicBezTo>
                  <a:pt x="553305" y="381833"/>
                  <a:pt x="547610" y="384107"/>
                  <a:pt x="541536" y="384107"/>
                </a:cubicBezTo>
                <a:cubicBezTo>
                  <a:pt x="537740" y="384107"/>
                  <a:pt x="533944" y="383160"/>
                  <a:pt x="530907" y="381454"/>
                </a:cubicBezTo>
                <a:lnTo>
                  <a:pt x="525592" y="378422"/>
                </a:lnTo>
                <a:lnTo>
                  <a:pt x="518949" y="381454"/>
                </a:lnTo>
                <a:lnTo>
                  <a:pt x="517620" y="385812"/>
                </a:lnTo>
                <a:cubicBezTo>
                  <a:pt x="515153" y="395287"/>
                  <a:pt x="506042" y="401729"/>
                  <a:pt x="496361" y="401729"/>
                </a:cubicBezTo>
                <a:lnTo>
                  <a:pt x="465612" y="401729"/>
                </a:lnTo>
                <a:cubicBezTo>
                  <a:pt x="459917" y="401729"/>
                  <a:pt x="454223" y="399645"/>
                  <a:pt x="449857" y="395287"/>
                </a:cubicBezTo>
                <a:cubicBezTo>
                  <a:pt x="447200" y="392634"/>
                  <a:pt x="445302" y="389602"/>
                  <a:pt x="444353" y="386191"/>
                </a:cubicBezTo>
                <a:lnTo>
                  <a:pt x="443024" y="381833"/>
                </a:lnTo>
                <a:lnTo>
                  <a:pt x="435621" y="378801"/>
                </a:lnTo>
                <a:lnTo>
                  <a:pt x="431256" y="381265"/>
                </a:lnTo>
                <a:cubicBezTo>
                  <a:pt x="428029" y="383160"/>
                  <a:pt x="424422" y="384107"/>
                  <a:pt x="420436" y="384107"/>
                </a:cubicBezTo>
                <a:cubicBezTo>
                  <a:pt x="414552" y="384107"/>
                  <a:pt x="408858" y="381644"/>
                  <a:pt x="404682" y="377665"/>
                </a:cubicBezTo>
                <a:lnTo>
                  <a:pt x="383043" y="355874"/>
                </a:lnTo>
                <a:cubicBezTo>
                  <a:pt x="376020" y="349052"/>
                  <a:pt x="374502" y="337873"/>
                  <a:pt x="379247" y="329346"/>
                </a:cubicBezTo>
                <a:lnTo>
                  <a:pt x="381715" y="324988"/>
                </a:lnTo>
                <a:lnTo>
                  <a:pt x="378298" y="317030"/>
                </a:lnTo>
                <a:lnTo>
                  <a:pt x="374312" y="316082"/>
                </a:lnTo>
                <a:cubicBezTo>
                  <a:pt x="370895" y="314945"/>
                  <a:pt x="367099" y="313050"/>
                  <a:pt x="364442" y="310398"/>
                </a:cubicBezTo>
                <a:cubicBezTo>
                  <a:pt x="360076" y="306229"/>
                  <a:pt x="356849" y="300355"/>
                  <a:pt x="356849" y="294670"/>
                </a:cubicBezTo>
                <a:lnTo>
                  <a:pt x="356849" y="263974"/>
                </a:lnTo>
                <a:cubicBezTo>
                  <a:pt x="356849" y="254310"/>
                  <a:pt x="364632" y="245215"/>
                  <a:pt x="373932" y="242752"/>
                </a:cubicBezTo>
                <a:lnTo>
                  <a:pt x="378867" y="241615"/>
                </a:lnTo>
                <a:lnTo>
                  <a:pt x="381904" y="234604"/>
                </a:lnTo>
                <a:lnTo>
                  <a:pt x="379247" y="230056"/>
                </a:lnTo>
                <a:cubicBezTo>
                  <a:pt x="374312" y="221530"/>
                  <a:pt x="375830" y="210540"/>
                  <a:pt x="382854" y="203529"/>
                </a:cubicBezTo>
                <a:lnTo>
                  <a:pt x="404492" y="181927"/>
                </a:lnTo>
                <a:cubicBezTo>
                  <a:pt x="408668" y="177759"/>
                  <a:pt x="414362" y="175485"/>
                  <a:pt x="420436" y="175485"/>
                </a:cubicBezTo>
                <a:cubicBezTo>
                  <a:pt x="424233" y="175485"/>
                  <a:pt x="427839" y="176432"/>
                  <a:pt x="431066" y="178138"/>
                </a:cubicBezTo>
                <a:lnTo>
                  <a:pt x="435242" y="180601"/>
                </a:lnTo>
                <a:lnTo>
                  <a:pt x="441695" y="177948"/>
                </a:lnTo>
                <a:lnTo>
                  <a:pt x="443024" y="173211"/>
                </a:lnTo>
                <a:cubicBezTo>
                  <a:pt x="445681" y="163737"/>
                  <a:pt x="454602" y="156726"/>
                  <a:pt x="464283" y="156726"/>
                </a:cubicBezTo>
                <a:close/>
                <a:moveTo>
                  <a:pt x="175373" y="93230"/>
                </a:moveTo>
                <a:cubicBezTo>
                  <a:pt x="154116" y="93230"/>
                  <a:pt x="133997" y="101567"/>
                  <a:pt x="118813" y="116727"/>
                </a:cubicBezTo>
                <a:cubicBezTo>
                  <a:pt x="87497" y="147803"/>
                  <a:pt x="87497" y="198587"/>
                  <a:pt x="118813" y="229853"/>
                </a:cubicBezTo>
                <a:cubicBezTo>
                  <a:pt x="133997" y="245012"/>
                  <a:pt x="154116" y="253350"/>
                  <a:pt x="175373" y="253350"/>
                </a:cubicBezTo>
                <a:cubicBezTo>
                  <a:pt x="196821" y="253350"/>
                  <a:pt x="216939" y="245012"/>
                  <a:pt x="232123" y="229853"/>
                </a:cubicBezTo>
                <a:cubicBezTo>
                  <a:pt x="263440" y="198587"/>
                  <a:pt x="263440" y="147803"/>
                  <a:pt x="232123" y="116727"/>
                </a:cubicBezTo>
                <a:cubicBezTo>
                  <a:pt x="216939" y="101567"/>
                  <a:pt x="196821" y="93230"/>
                  <a:pt x="175373" y="93230"/>
                </a:cubicBezTo>
                <a:close/>
                <a:moveTo>
                  <a:pt x="151079" y="0"/>
                </a:moveTo>
                <a:lnTo>
                  <a:pt x="195872" y="0"/>
                </a:lnTo>
                <a:cubicBezTo>
                  <a:pt x="203274" y="0"/>
                  <a:pt x="210676" y="2463"/>
                  <a:pt x="216180" y="7959"/>
                </a:cubicBezTo>
                <a:cubicBezTo>
                  <a:pt x="219596" y="11559"/>
                  <a:pt x="222064" y="15159"/>
                  <a:pt x="223392" y="19707"/>
                </a:cubicBezTo>
                <a:lnTo>
                  <a:pt x="225670" y="28045"/>
                </a:lnTo>
                <a:cubicBezTo>
                  <a:pt x="228137" y="29371"/>
                  <a:pt x="232503" y="31835"/>
                  <a:pt x="236868" y="34108"/>
                </a:cubicBezTo>
                <a:lnTo>
                  <a:pt x="249964" y="28424"/>
                </a:lnTo>
                <a:cubicBezTo>
                  <a:pt x="254140" y="26150"/>
                  <a:pt x="258695" y="25013"/>
                  <a:pt x="263629" y="25013"/>
                </a:cubicBezTo>
                <a:cubicBezTo>
                  <a:pt x="271411" y="25013"/>
                  <a:pt x="278813" y="28045"/>
                  <a:pt x="284128" y="33161"/>
                </a:cubicBezTo>
                <a:lnTo>
                  <a:pt x="315634" y="64806"/>
                </a:lnTo>
                <a:cubicBezTo>
                  <a:pt x="324555" y="73712"/>
                  <a:pt x="326642" y="88113"/>
                  <a:pt x="320379" y="99104"/>
                </a:cubicBezTo>
                <a:lnTo>
                  <a:pt x="315444" y="107821"/>
                </a:lnTo>
                <a:lnTo>
                  <a:pt x="320759" y="122601"/>
                </a:lnTo>
                <a:lnTo>
                  <a:pt x="329110" y="124685"/>
                </a:lnTo>
                <a:cubicBezTo>
                  <a:pt x="333855" y="125822"/>
                  <a:pt x="337840" y="128475"/>
                  <a:pt x="341257" y="131886"/>
                </a:cubicBezTo>
                <a:cubicBezTo>
                  <a:pt x="346761" y="137381"/>
                  <a:pt x="349228" y="144771"/>
                  <a:pt x="349228" y="152162"/>
                </a:cubicBezTo>
                <a:lnTo>
                  <a:pt x="349228" y="196881"/>
                </a:lnTo>
                <a:cubicBezTo>
                  <a:pt x="349228" y="209577"/>
                  <a:pt x="341067" y="221136"/>
                  <a:pt x="328920" y="224358"/>
                </a:cubicBezTo>
                <a:lnTo>
                  <a:pt x="320759" y="226821"/>
                </a:lnTo>
                <a:lnTo>
                  <a:pt x="315444" y="239517"/>
                </a:lnTo>
                <a:lnTo>
                  <a:pt x="320189" y="247665"/>
                </a:lnTo>
                <a:cubicBezTo>
                  <a:pt x="326263" y="258656"/>
                  <a:pt x="324365" y="273057"/>
                  <a:pt x="315444" y="281963"/>
                </a:cubicBezTo>
                <a:lnTo>
                  <a:pt x="283748" y="313608"/>
                </a:lnTo>
                <a:cubicBezTo>
                  <a:pt x="278623" y="318724"/>
                  <a:pt x="271032" y="321756"/>
                  <a:pt x="263440" y="321756"/>
                </a:cubicBezTo>
                <a:cubicBezTo>
                  <a:pt x="258315" y="321756"/>
                  <a:pt x="253570" y="320619"/>
                  <a:pt x="249395" y="318156"/>
                </a:cubicBezTo>
                <a:lnTo>
                  <a:pt x="240094" y="313040"/>
                </a:lnTo>
                <a:lnTo>
                  <a:pt x="227378" y="319103"/>
                </a:lnTo>
                <a:lnTo>
                  <a:pt x="225100" y="327441"/>
                </a:lnTo>
                <a:cubicBezTo>
                  <a:pt x="221874" y="339568"/>
                  <a:pt x="210296" y="348664"/>
                  <a:pt x="197580" y="348664"/>
                </a:cubicBezTo>
                <a:lnTo>
                  <a:pt x="152787" y="348664"/>
                </a:lnTo>
                <a:cubicBezTo>
                  <a:pt x="145385" y="348664"/>
                  <a:pt x="137983" y="345253"/>
                  <a:pt x="132479" y="339758"/>
                </a:cubicBezTo>
                <a:cubicBezTo>
                  <a:pt x="129062" y="336158"/>
                  <a:pt x="126405" y="331799"/>
                  <a:pt x="125266" y="327062"/>
                </a:cubicBezTo>
                <a:lnTo>
                  <a:pt x="122989" y="319293"/>
                </a:lnTo>
                <a:lnTo>
                  <a:pt x="109134" y="313419"/>
                </a:lnTo>
                <a:lnTo>
                  <a:pt x="101162" y="317966"/>
                </a:lnTo>
                <a:cubicBezTo>
                  <a:pt x="97176" y="320240"/>
                  <a:pt x="92241" y="321567"/>
                  <a:pt x="87307" y="321567"/>
                </a:cubicBezTo>
                <a:cubicBezTo>
                  <a:pt x="79525" y="321567"/>
                  <a:pt x="72123" y="318535"/>
                  <a:pt x="66809" y="313229"/>
                </a:cubicBezTo>
                <a:lnTo>
                  <a:pt x="35112" y="281584"/>
                </a:lnTo>
                <a:cubicBezTo>
                  <a:pt x="26192" y="272678"/>
                  <a:pt x="24294" y="258277"/>
                  <a:pt x="30557" y="247286"/>
                </a:cubicBezTo>
                <a:lnTo>
                  <a:pt x="34923" y="239517"/>
                </a:lnTo>
                <a:lnTo>
                  <a:pt x="28849" y="224737"/>
                </a:lnTo>
                <a:lnTo>
                  <a:pt x="21637" y="222652"/>
                </a:lnTo>
                <a:cubicBezTo>
                  <a:pt x="17082" y="221326"/>
                  <a:pt x="12526" y="218862"/>
                  <a:pt x="9110" y="215452"/>
                </a:cubicBezTo>
                <a:cubicBezTo>
                  <a:pt x="3606" y="209956"/>
                  <a:pt x="0" y="202566"/>
                  <a:pt x="0" y="195176"/>
                </a:cubicBezTo>
                <a:lnTo>
                  <a:pt x="0" y="150456"/>
                </a:lnTo>
                <a:cubicBezTo>
                  <a:pt x="0" y="137760"/>
                  <a:pt x="9300" y="126201"/>
                  <a:pt x="21447" y="122790"/>
                </a:cubicBezTo>
                <a:lnTo>
                  <a:pt x="29418" y="120706"/>
                </a:lnTo>
                <a:lnTo>
                  <a:pt x="34923" y="107631"/>
                </a:lnTo>
                <a:lnTo>
                  <a:pt x="30367" y="99483"/>
                </a:lnTo>
                <a:cubicBezTo>
                  <a:pt x="24104" y="88492"/>
                  <a:pt x="26002" y="74091"/>
                  <a:pt x="34923" y="65185"/>
                </a:cubicBezTo>
                <a:lnTo>
                  <a:pt x="66619" y="33540"/>
                </a:lnTo>
                <a:cubicBezTo>
                  <a:pt x="71933" y="28234"/>
                  <a:pt x="79335" y="25202"/>
                  <a:pt x="87117" y="25202"/>
                </a:cubicBezTo>
                <a:cubicBezTo>
                  <a:pt x="92052" y="25202"/>
                  <a:pt x="96797" y="26529"/>
                  <a:pt x="100972" y="28803"/>
                </a:cubicBezTo>
                <a:lnTo>
                  <a:pt x="101352" y="29182"/>
                </a:lnTo>
                <a:lnTo>
                  <a:pt x="110462" y="35245"/>
                </a:lnTo>
                <a:lnTo>
                  <a:pt x="120901" y="29371"/>
                </a:lnTo>
                <a:lnTo>
                  <a:pt x="123368" y="20276"/>
                </a:lnTo>
                <a:cubicBezTo>
                  <a:pt x="126785" y="8148"/>
                  <a:pt x="138362" y="0"/>
                  <a:pt x="1510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sp>
        <p:nvSpPr>
          <p:cNvPr id="34" name="文本框 33"/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7487430" y="3405494"/>
            <a:ext cx="7453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占位符 5"/>
          <p:cNvSpPr txBox="1"/>
          <p:nvPr/>
        </p:nvSpPr>
        <p:spPr>
          <a:xfrm>
            <a:off x="4750004" y="2683039"/>
            <a:ext cx="2762739" cy="1504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  <a:defRPr sz="9600" kern="1200" spc="3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200" b="1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目录</a:t>
            </a:r>
          </a:p>
        </p:txBody>
      </p:sp>
      <p:cxnSp>
        <p:nvCxnSpPr>
          <p:cNvPr id="59" name="直接连接符 58"/>
          <p:cNvCxnSpPr/>
          <p:nvPr/>
        </p:nvCxnSpPr>
        <p:spPr>
          <a:xfrm>
            <a:off x="3863697" y="3405494"/>
            <a:ext cx="7453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134911" y="3817041"/>
            <a:ext cx="1992924" cy="242296"/>
          </a:xfrm>
        </p:spPr>
        <p:txBody>
          <a:bodyPr>
            <a:noAutofit/>
          </a:bodyPr>
          <a:lstStyle>
            <a:lvl1pPr marL="0" indent="0" algn="dist">
              <a:buFontTx/>
              <a:buNone/>
              <a:defRPr sz="1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CONTENTS</a:t>
            </a:r>
          </a:p>
        </p:txBody>
      </p:sp>
      <p:grpSp>
        <p:nvGrpSpPr>
          <p:cNvPr id="38" name="组合 37"/>
          <p:cNvGrpSpPr/>
          <p:nvPr>
            <p:custDataLst>
              <p:tags r:id="rId10"/>
            </p:custDataLst>
          </p:nvPr>
        </p:nvGrpSpPr>
        <p:grpSpPr>
          <a:xfrm>
            <a:off x="7185433" y="4452201"/>
            <a:ext cx="504000" cy="504000"/>
            <a:chOff x="7982080" y="4240456"/>
            <a:chExt cx="504000" cy="504000"/>
          </a:xfrm>
        </p:grpSpPr>
        <p:sp>
          <p:nvSpPr>
            <p:cNvPr id="44" name="椭圆 43"/>
            <p:cNvSpPr/>
            <p:nvPr>
              <p:custDataLst>
                <p:tags r:id="rId21"/>
              </p:custDataLst>
            </p:nvPr>
          </p:nvSpPr>
          <p:spPr>
            <a:xfrm>
              <a:off x="7982080" y="4240456"/>
              <a:ext cx="504000" cy="50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45" name="Freeform 108"/>
            <p:cNvSpPr>
              <a:spLocks noChangeAspect="1"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8054080" y="4382788"/>
              <a:ext cx="360000" cy="219337"/>
            </a:xfrm>
            <a:custGeom>
              <a:avLst/>
              <a:gdLst>
                <a:gd name="T0" fmla="*/ 126 w 128"/>
                <a:gd name="T1" fmla="*/ 74 h 78"/>
                <a:gd name="T2" fmla="*/ 114 w 128"/>
                <a:gd name="T3" fmla="*/ 74 h 78"/>
                <a:gd name="T4" fmla="*/ 114 w 128"/>
                <a:gd name="T5" fmla="*/ 50 h 78"/>
                <a:gd name="T6" fmla="*/ 108 w 128"/>
                <a:gd name="T7" fmla="*/ 44 h 78"/>
                <a:gd name="T8" fmla="*/ 94 w 128"/>
                <a:gd name="T9" fmla="*/ 44 h 78"/>
                <a:gd name="T10" fmla="*/ 88 w 128"/>
                <a:gd name="T11" fmla="*/ 50 h 78"/>
                <a:gd name="T12" fmla="*/ 88 w 128"/>
                <a:gd name="T13" fmla="*/ 74 h 78"/>
                <a:gd name="T14" fmla="*/ 77 w 128"/>
                <a:gd name="T15" fmla="*/ 74 h 78"/>
                <a:gd name="T16" fmla="*/ 77 w 128"/>
                <a:gd name="T17" fmla="*/ 6 h 78"/>
                <a:gd name="T18" fmla="*/ 71 w 128"/>
                <a:gd name="T19" fmla="*/ 0 h 78"/>
                <a:gd name="T20" fmla="*/ 57 w 128"/>
                <a:gd name="T21" fmla="*/ 0 h 78"/>
                <a:gd name="T22" fmla="*/ 51 w 128"/>
                <a:gd name="T23" fmla="*/ 6 h 78"/>
                <a:gd name="T24" fmla="*/ 51 w 128"/>
                <a:gd name="T25" fmla="*/ 74 h 78"/>
                <a:gd name="T26" fmla="*/ 40 w 128"/>
                <a:gd name="T27" fmla="*/ 74 h 78"/>
                <a:gd name="T28" fmla="*/ 40 w 128"/>
                <a:gd name="T29" fmla="*/ 35 h 78"/>
                <a:gd name="T30" fmla="*/ 34 w 128"/>
                <a:gd name="T31" fmla="*/ 29 h 78"/>
                <a:gd name="T32" fmla="*/ 20 w 128"/>
                <a:gd name="T33" fmla="*/ 29 h 78"/>
                <a:gd name="T34" fmla="*/ 14 w 128"/>
                <a:gd name="T35" fmla="*/ 35 h 78"/>
                <a:gd name="T36" fmla="*/ 14 w 128"/>
                <a:gd name="T37" fmla="*/ 74 h 78"/>
                <a:gd name="T38" fmla="*/ 2 w 128"/>
                <a:gd name="T39" fmla="*/ 74 h 78"/>
                <a:gd name="T40" fmla="*/ 0 w 128"/>
                <a:gd name="T41" fmla="*/ 76 h 78"/>
                <a:gd name="T42" fmla="*/ 2 w 128"/>
                <a:gd name="T43" fmla="*/ 78 h 78"/>
                <a:gd name="T44" fmla="*/ 126 w 128"/>
                <a:gd name="T45" fmla="*/ 78 h 78"/>
                <a:gd name="T46" fmla="*/ 128 w 128"/>
                <a:gd name="T47" fmla="*/ 76 h 78"/>
                <a:gd name="T48" fmla="*/ 126 w 128"/>
                <a:gd name="T49" fmla="*/ 74 h 78"/>
                <a:gd name="T50" fmla="*/ 36 w 128"/>
                <a:gd name="T51" fmla="*/ 74 h 78"/>
                <a:gd name="T52" fmla="*/ 18 w 128"/>
                <a:gd name="T53" fmla="*/ 74 h 78"/>
                <a:gd name="T54" fmla="*/ 18 w 128"/>
                <a:gd name="T55" fmla="*/ 34 h 78"/>
                <a:gd name="T56" fmla="*/ 36 w 128"/>
                <a:gd name="T57" fmla="*/ 34 h 78"/>
                <a:gd name="T58" fmla="*/ 36 w 128"/>
                <a:gd name="T59" fmla="*/ 74 h 78"/>
                <a:gd name="T60" fmla="*/ 73 w 128"/>
                <a:gd name="T61" fmla="*/ 74 h 78"/>
                <a:gd name="T62" fmla="*/ 55 w 128"/>
                <a:gd name="T63" fmla="*/ 74 h 78"/>
                <a:gd name="T64" fmla="*/ 55 w 128"/>
                <a:gd name="T65" fmla="*/ 4 h 78"/>
                <a:gd name="T66" fmla="*/ 73 w 128"/>
                <a:gd name="T67" fmla="*/ 4 h 78"/>
                <a:gd name="T68" fmla="*/ 73 w 128"/>
                <a:gd name="T69" fmla="*/ 74 h 78"/>
                <a:gd name="T70" fmla="*/ 110 w 128"/>
                <a:gd name="T71" fmla="*/ 74 h 78"/>
                <a:gd name="T72" fmla="*/ 92 w 128"/>
                <a:gd name="T73" fmla="*/ 74 h 78"/>
                <a:gd name="T74" fmla="*/ 92 w 128"/>
                <a:gd name="T75" fmla="*/ 49 h 78"/>
                <a:gd name="T76" fmla="*/ 110 w 128"/>
                <a:gd name="T77" fmla="*/ 49 h 78"/>
                <a:gd name="T78" fmla="*/ 110 w 128"/>
                <a:gd name="T7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78">
                  <a:moveTo>
                    <a:pt x="126" y="74"/>
                  </a:moveTo>
                  <a:cubicBezTo>
                    <a:pt x="114" y="74"/>
                    <a:pt x="114" y="74"/>
                    <a:pt x="114" y="74"/>
                  </a:cubicBezTo>
                  <a:cubicBezTo>
                    <a:pt x="114" y="50"/>
                    <a:pt x="114" y="50"/>
                    <a:pt x="114" y="50"/>
                  </a:cubicBezTo>
                  <a:cubicBezTo>
                    <a:pt x="114" y="47"/>
                    <a:pt x="112" y="44"/>
                    <a:pt x="108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0" y="44"/>
                    <a:pt x="88" y="47"/>
                    <a:pt x="88" y="50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5" y="0"/>
                    <a:pt x="7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1" y="2"/>
                    <a:pt x="51" y="6"/>
                  </a:cubicBezTo>
                  <a:cubicBezTo>
                    <a:pt x="51" y="74"/>
                    <a:pt x="51" y="74"/>
                    <a:pt x="51" y="74"/>
                  </a:cubicBezTo>
                  <a:cubicBezTo>
                    <a:pt x="40" y="74"/>
                    <a:pt x="40" y="74"/>
                    <a:pt x="40" y="7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32"/>
                    <a:pt x="38" y="29"/>
                    <a:pt x="34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6" y="29"/>
                    <a:pt x="14" y="32"/>
                    <a:pt x="14" y="3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1" y="74"/>
                    <a:pt x="0" y="75"/>
                    <a:pt x="0" y="76"/>
                  </a:cubicBezTo>
                  <a:cubicBezTo>
                    <a:pt x="0" y="77"/>
                    <a:pt x="1" y="78"/>
                    <a:pt x="2" y="78"/>
                  </a:cubicBezTo>
                  <a:cubicBezTo>
                    <a:pt x="126" y="78"/>
                    <a:pt x="126" y="78"/>
                    <a:pt x="126" y="78"/>
                  </a:cubicBezTo>
                  <a:cubicBezTo>
                    <a:pt x="127" y="78"/>
                    <a:pt x="128" y="77"/>
                    <a:pt x="128" y="76"/>
                  </a:cubicBezTo>
                  <a:cubicBezTo>
                    <a:pt x="128" y="75"/>
                    <a:pt x="127" y="74"/>
                    <a:pt x="126" y="74"/>
                  </a:cubicBezTo>
                  <a:close/>
                  <a:moveTo>
                    <a:pt x="36" y="74"/>
                  </a:moveTo>
                  <a:cubicBezTo>
                    <a:pt x="18" y="74"/>
                    <a:pt x="18" y="74"/>
                    <a:pt x="18" y="7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36" y="34"/>
                    <a:pt x="36" y="34"/>
                    <a:pt x="36" y="34"/>
                  </a:cubicBezTo>
                  <a:lnTo>
                    <a:pt x="36" y="74"/>
                  </a:lnTo>
                  <a:close/>
                  <a:moveTo>
                    <a:pt x="73" y="74"/>
                  </a:moveTo>
                  <a:cubicBezTo>
                    <a:pt x="55" y="74"/>
                    <a:pt x="55" y="74"/>
                    <a:pt x="55" y="7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lnTo>
                    <a:pt x="73" y="74"/>
                  </a:lnTo>
                  <a:close/>
                  <a:moveTo>
                    <a:pt x="110" y="74"/>
                  </a:moveTo>
                  <a:cubicBezTo>
                    <a:pt x="92" y="74"/>
                    <a:pt x="92" y="74"/>
                    <a:pt x="92" y="74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10" y="49"/>
                    <a:pt x="110" y="49"/>
                    <a:pt x="110" y="49"/>
                  </a:cubicBezTo>
                  <a:lnTo>
                    <a:pt x="110" y="7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11"/>
            </p:custDataLst>
          </p:nvPr>
        </p:nvGrpSpPr>
        <p:grpSpPr>
          <a:xfrm>
            <a:off x="5000274" y="4452201"/>
            <a:ext cx="504000" cy="504000"/>
            <a:chOff x="4613213" y="4247997"/>
            <a:chExt cx="504000" cy="504000"/>
          </a:xfrm>
        </p:grpSpPr>
        <p:sp>
          <p:nvSpPr>
            <p:cNvPr id="47" name="椭圆 46"/>
            <p:cNvSpPr/>
            <p:nvPr>
              <p:custDataLst>
                <p:tags r:id="rId19"/>
              </p:custDataLst>
            </p:nvPr>
          </p:nvSpPr>
          <p:spPr>
            <a:xfrm>
              <a:off x="4613213" y="4247997"/>
              <a:ext cx="504000" cy="50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48" name="Freeform 70"/>
            <p:cNvSpPr>
              <a:spLocks noChangeAspect="1"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4703213" y="4337463"/>
              <a:ext cx="324000" cy="325068"/>
            </a:xfrm>
            <a:custGeom>
              <a:avLst/>
              <a:gdLst>
                <a:gd name="T0" fmla="*/ 111 w 128"/>
                <a:gd name="T1" fmla="*/ 62 h 128"/>
                <a:gd name="T2" fmla="*/ 68 w 128"/>
                <a:gd name="T3" fmla="*/ 17 h 128"/>
                <a:gd name="T4" fmla="*/ 66 w 128"/>
                <a:gd name="T5" fmla="*/ 2 h 128"/>
                <a:gd name="T6" fmla="*/ 62 w 128"/>
                <a:gd name="T7" fmla="*/ 2 h 128"/>
                <a:gd name="T8" fmla="*/ 60 w 128"/>
                <a:gd name="T9" fmla="*/ 17 h 128"/>
                <a:gd name="T10" fmla="*/ 17 w 128"/>
                <a:gd name="T11" fmla="*/ 62 h 128"/>
                <a:gd name="T12" fmla="*/ 0 w 128"/>
                <a:gd name="T13" fmla="*/ 64 h 128"/>
                <a:gd name="T14" fmla="*/ 17 w 128"/>
                <a:gd name="T15" fmla="*/ 66 h 128"/>
                <a:gd name="T16" fmla="*/ 60 w 128"/>
                <a:gd name="T17" fmla="*/ 111 h 128"/>
                <a:gd name="T18" fmla="*/ 62 w 128"/>
                <a:gd name="T19" fmla="*/ 126 h 128"/>
                <a:gd name="T20" fmla="*/ 66 w 128"/>
                <a:gd name="T21" fmla="*/ 126 h 128"/>
                <a:gd name="T22" fmla="*/ 68 w 128"/>
                <a:gd name="T23" fmla="*/ 111 h 128"/>
                <a:gd name="T24" fmla="*/ 111 w 128"/>
                <a:gd name="T25" fmla="*/ 66 h 128"/>
                <a:gd name="T26" fmla="*/ 128 w 128"/>
                <a:gd name="T27" fmla="*/ 64 h 128"/>
                <a:gd name="T28" fmla="*/ 62 w 128"/>
                <a:gd name="T29" fmla="*/ 106 h 128"/>
                <a:gd name="T30" fmla="*/ 48 w 128"/>
                <a:gd name="T31" fmla="*/ 103 h 128"/>
                <a:gd name="T32" fmla="*/ 25 w 128"/>
                <a:gd name="T33" fmla="*/ 80 h 128"/>
                <a:gd name="T34" fmla="*/ 22 w 128"/>
                <a:gd name="T35" fmla="*/ 66 h 128"/>
                <a:gd name="T36" fmla="*/ 62 w 128"/>
                <a:gd name="T37" fmla="*/ 106 h 128"/>
                <a:gd name="T38" fmla="*/ 22 w 128"/>
                <a:gd name="T39" fmla="*/ 62 h 128"/>
                <a:gd name="T40" fmla="*/ 25 w 128"/>
                <a:gd name="T41" fmla="*/ 48 h 128"/>
                <a:gd name="T42" fmla="*/ 48 w 128"/>
                <a:gd name="T43" fmla="*/ 25 h 128"/>
                <a:gd name="T44" fmla="*/ 62 w 128"/>
                <a:gd name="T45" fmla="*/ 22 h 128"/>
                <a:gd name="T46" fmla="*/ 106 w 128"/>
                <a:gd name="T47" fmla="*/ 68 h 128"/>
                <a:gd name="T48" fmla="*/ 94 w 128"/>
                <a:gd name="T49" fmla="*/ 94 h 128"/>
                <a:gd name="T50" fmla="*/ 68 w 128"/>
                <a:gd name="T51" fmla="*/ 106 h 128"/>
                <a:gd name="T52" fmla="*/ 66 w 128"/>
                <a:gd name="T53" fmla="*/ 66 h 128"/>
                <a:gd name="T54" fmla="*/ 106 w 128"/>
                <a:gd name="T55" fmla="*/ 68 h 128"/>
                <a:gd name="T56" fmla="*/ 66 w 128"/>
                <a:gd name="T57" fmla="*/ 22 h 128"/>
                <a:gd name="T58" fmla="*/ 80 w 128"/>
                <a:gd name="T59" fmla="*/ 25 h 128"/>
                <a:gd name="T60" fmla="*/ 103 w 128"/>
                <a:gd name="T61" fmla="*/ 48 h 128"/>
                <a:gd name="T62" fmla="*/ 106 w 128"/>
                <a:gd name="T63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6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09" y="38"/>
                    <a:pt x="90" y="19"/>
                    <a:pt x="68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3" y="0"/>
                    <a:pt x="62" y="1"/>
                    <a:pt x="62" y="2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38" y="19"/>
                    <a:pt x="19" y="38"/>
                    <a:pt x="17" y="60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2"/>
                    <a:pt x="0" y="63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9" y="90"/>
                    <a:pt x="38" y="109"/>
                    <a:pt x="60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5" y="128"/>
                    <a:pt x="66" y="127"/>
                    <a:pt x="66" y="126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0" y="109"/>
                    <a:pt x="109" y="90"/>
                    <a:pt x="111" y="68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7" y="66"/>
                    <a:pt x="128" y="65"/>
                    <a:pt x="128" y="64"/>
                  </a:cubicBezTo>
                  <a:cubicBezTo>
                    <a:pt x="128" y="63"/>
                    <a:pt x="127" y="62"/>
                    <a:pt x="126" y="62"/>
                  </a:cubicBezTo>
                  <a:close/>
                  <a:moveTo>
                    <a:pt x="62" y="106"/>
                  </a:moveTo>
                  <a:cubicBezTo>
                    <a:pt x="60" y="106"/>
                    <a:pt x="60" y="106"/>
                    <a:pt x="60" y="106"/>
                  </a:cubicBezTo>
                  <a:cubicBezTo>
                    <a:pt x="56" y="106"/>
                    <a:pt x="52" y="105"/>
                    <a:pt x="48" y="103"/>
                  </a:cubicBezTo>
                  <a:cubicBezTo>
                    <a:pt x="43" y="101"/>
                    <a:pt x="38" y="98"/>
                    <a:pt x="34" y="94"/>
                  </a:cubicBezTo>
                  <a:cubicBezTo>
                    <a:pt x="30" y="90"/>
                    <a:pt x="27" y="85"/>
                    <a:pt x="25" y="80"/>
                  </a:cubicBezTo>
                  <a:cubicBezTo>
                    <a:pt x="23" y="76"/>
                    <a:pt x="22" y="72"/>
                    <a:pt x="22" y="68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106"/>
                  </a:lnTo>
                  <a:close/>
                  <a:moveTo>
                    <a:pt x="6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56"/>
                    <a:pt x="23" y="52"/>
                    <a:pt x="25" y="48"/>
                  </a:cubicBezTo>
                  <a:cubicBezTo>
                    <a:pt x="27" y="43"/>
                    <a:pt x="30" y="38"/>
                    <a:pt x="34" y="34"/>
                  </a:cubicBezTo>
                  <a:cubicBezTo>
                    <a:pt x="38" y="30"/>
                    <a:pt x="43" y="27"/>
                    <a:pt x="48" y="25"/>
                  </a:cubicBezTo>
                  <a:cubicBezTo>
                    <a:pt x="52" y="23"/>
                    <a:pt x="56" y="22"/>
                    <a:pt x="60" y="22"/>
                  </a:cubicBezTo>
                  <a:cubicBezTo>
                    <a:pt x="62" y="22"/>
                    <a:pt x="62" y="22"/>
                    <a:pt x="62" y="22"/>
                  </a:cubicBezTo>
                  <a:lnTo>
                    <a:pt x="62" y="62"/>
                  </a:lnTo>
                  <a:close/>
                  <a:moveTo>
                    <a:pt x="106" y="68"/>
                  </a:moveTo>
                  <a:cubicBezTo>
                    <a:pt x="106" y="72"/>
                    <a:pt x="105" y="76"/>
                    <a:pt x="103" y="80"/>
                  </a:cubicBezTo>
                  <a:cubicBezTo>
                    <a:pt x="101" y="85"/>
                    <a:pt x="98" y="90"/>
                    <a:pt x="94" y="94"/>
                  </a:cubicBezTo>
                  <a:cubicBezTo>
                    <a:pt x="90" y="98"/>
                    <a:pt x="85" y="101"/>
                    <a:pt x="80" y="103"/>
                  </a:cubicBezTo>
                  <a:cubicBezTo>
                    <a:pt x="76" y="105"/>
                    <a:pt x="72" y="106"/>
                    <a:pt x="68" y="106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06" y="66"/>
                    <a:pt x="106" y="66"/>
                    <a:pt x="106" y="66"/>
                  </a:cubicBezTo>
                  <a:lnTo>
                    <a:pt x="106" y="68"/>
                  </a:lnTo>
                  <a:close/>
                  <a:moveTo>
                    <a:pt x="66" y="6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2" y="22"/>
                    <a:pt x="76" y="23"/>
                    <a:pt x="80" y="25"/>
                  </a:cubicBezTo>
                  <a:cubicBezTo>
                    <a:pt x="85" y="27"/>
                    <a:pt x="90" y="30"/>
                    <a:pt x="94" y="34"/>
                  </a:cubicBezTo>
                  <a:cubicBezTo>
                    <a:pt x="98" y="38"/>
                    <a:pt x="101" y="43"/>
                    <a:pt x="103" y="48"/>
                  </a:cubicBezTo>
                  <a:cubicBezTo>
                    <a:pt x="105" y="52"/>
                    <a:pt x="106" y="56"/>
                    <a:pt x="106" y="60"/>
                  </a:cubicBezTo>
                  <a:cubicBezTo>
                    <a:pt x="106" y="62"/>
                    <a:pt x="106" y="62"/>
                    <a:pt x="106" y="62"/>
                  </a:cubicBezTo>
                  <a:lnTo>
                    <a:pt x="66" y="6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2"/>
            </p:custDataLst>
          </p:nvPr>
        </p:nvGrpSpPr>
        <p:grpSpPr>
          <a:xfrm>
            <a:off x="2812903" y="4452201"/>
            <a:ext cx="504000" cy="504000"/>
            <a:chOff x="7982080" y="3120819"/>
            <a:chExt cx="504000" cy="504000"/>
          </a:xfrm>
        </p:grpSpPr>
        <p:sp>
          <p:nvSpPr>
            <p:cNvPr id="55" name="椭圆 54"/>
            <p:cNvSpPr/>
            <p:nvPr>
              <p:custDataLst>
                <p:tags r:id="rId17"/>
              </p:custDataLst>
            </p:nvPr>
          </p:nvSpPr>
          <p:spPr>
            <a:xfrm>
              <a:off x="7982080" y="3120819"/>
              <a:ext cx="504000" cy="50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56" name="Freeform 73"/>
            <p:cNvSpPr>
              <a:spLocks noChangeAspect="1"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8072080" y="3190343"/>
              <a:ext cx="324000" cy="364952"/>
            </a:xfrm>
            <a:custGeom>
              <a:avLst/>
              <a:gdLst>
                <a:gd name="T0" fmla="*/ 114 w 114"/>
                <a:gd name="T1" fmla="*/ 95 h 128"/>
                <a:gd name="T2" fmla="*/ 114 w 114"/>
                <a:gd name="T3" fmla="*/ 34 h 128"/>
                <a:gd name="T4" fmla="*/ 112 w 114"/>
                <a:gd name="T5" fmla="*/ 32 h 128"/>
                <a:gd name="T6" fmla="*/ 58 w 114"/>
                <a:gd name="T7" fmla="*/ 1 h 128"/>
                <a:gd name="T8" fmla="*/ 57 w 114"/>
                <a:gd name="T9" fmla="*/ 0 h 128"/>
                <a:gd name="T10" fmla="*/ 56 w 114"/>
                <a:gd name="T11" fmla="*/ 1 h 128"/>
                <a:gd name="T12" fmla="*/ 1 w 114"/>
                <a:gd name="T13" fmla="*/ 32 h 128"/>
                <a:gd name="T14" fmla="*/ 0 w 114"/>
                <a:gd name="T15" fmla="*/ 34 h 128"/>
                <a:gd name="T16" fmla="*/ 0 w 114"/>
                <a:gd name="T17" fmla="*/ 94 h 128"/>
                <a:gd name="T18" fmla="*/ 0 w 114"/>
                <a:gd name="T19" fmla="*/ 95 h 128"/>
                <a:gd name="T20" fmla="*/ 1 w 114"/>
                <a:gd name="T21" fmla="*/ 97 h 128"/>
                <a:gd name="T22" fmla="*/ 56 w 114"/>
                <a:gd name="T23" fmla="*/ 128 h 128"/>
                <a:gd name="T24" fmla="*/ 58 w 114"/>
                <a:gd name="T25" fmla="*/ 128 h 128"/>
                <a:gd name="T26" fmla="*/ 112 w 114"/>
                <a:gd name="T27" fmla="*/ 97 h 128"/>
                <a:gd name="T28" fmla="*/ 114 w 114"/>
                <a:gd name="T29" fmla="*/ 95 h 128"/>
                <a:gd name="T30" fmla="*/ 55 w 114"/>
                <a:gd name="T31" fmla="*/ 122 h 128"/>
                <a:gd name="T32" fmla="*/ 5 w 114"/>
                <a:gd name="T33" fmla="*/ 93 h 128"/>
                <a:gd name="T34" fmla="*/ 5 w 114"/>
                <a:gd name="T35" fmla="*/ 38 h 128"/>
                <a:gd name="T36" fmla="*/ 55 w 114"/>
                <a:gd name="T37" fmla="*/ 67 h 128"/>
                <a:gd name="T38" fmla="*/ 55 w 114"/>
                <a:gd name="T39" fmla="*/ 122 h 128"/>
                <a:gd name="T40" fmla="*/ 57 w 114"/>
                <a:gd name="T41" fmla="*/ 63 h 128"/>
                <a:gd name="T42" fmla="*/ 7 w 114"/>
                <a:gd name="T43" fmla="*/ 34 h 128"/>
                <a:gd name="T44" fmla="*/ 57 w 114"/>
                <a:gd name="T45" fmla="*/ 5 h 128"/>
                <a:gd name="T46" fmla="*/ 107 w 114"/>
                <a:gd name="T47" fmla="*/ 34 h 128"/>
                <a:gd name="T48" fmla="*/ 57 w 114"/>
                <a:gd name="T49" fmla="*/ 63 h 128"/>
                <a:gd name="T50" fmla="*/ 109 w 114"/>
                <a:gd name="T51" fmla="*/ 93 h 128"/>
                <a:gd name="T52" fmla="*/ 59 w 114"/>
                <a:gd name="T53" fmla="*/ 122 h 128"/>
                <a:gd name="T54" fmla="*/ 59 w 114"/>
                <a:gd name="T55" fmla="*/ 67 h 128"/>
                <a:gd name="T56" fmla="*/ 109 w 114"/>
                <a:gd name="T57" fmla="*/ 38 h 128"/>
                <a:gd name="T58" fmla="*/ 109 w 114"/>
                <a:gd name="T59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4" h="128">
                  <a:moveTo>
                    <a:pt x="114" y="95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3" y="32"/>
                    <a:pt x="112" y="32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1" y="96"/>
                    <a:pt x="1" y="9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6"/>
                    <a:pt x="114" y="95"/>
                    <a:pt x="114" y="95"/>
                  </a:cubicBezTo>
                  <a:close/>
                  <a:moveTo>
                    <a:pt x="55" y="122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5" y="67"/>
                    <a:pt x="55" y="67"/>
                    <a:pt x="55" y="67"/>
                  </a:cubicBezTo>
                  <a:lnTo>
                    <a:pt x="55" y="122"/>
                  </a:lnTo>
                  <a:close/>
                  <a:moveTo>
                    <a:pt x="57" y="63"/>
                  </a:moveTo>
                  <a:cubicBezTo>
                    <a:pt x="7" y="34"/>
                    <a:pt x="7" y="34"/>
                    <a:pt x="7" y="34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57" y="63"/>
                  </a:lnTo>
                  <a:close/>
                  <a:moveTo>
                    <a:pt x="109" y="93"/>
                  </a:moveTo>
                  <a:cubicBezTo>
                    <a:pt x="59" y="122"/>
                    <a:pt x="59" y="122"/>
                    <a:pt x="59" y="122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109" y="38"/>
                    <a:pt x="109" y="38"/>
                    <a:pt x="109" y="38"/>
                  </a:cubicBezTo>
                  <a:lnTo>
                    <a:pt x="109" y="9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+mn-cs"/>
              </a:endParaRPr>
            </a:p>
          </p:txBody>
        </p:sp>
      </p:grpSp>
      <p:grpSp>
        <p:nvGrpSpPr>
          <p:cNvPr id="58" name="组合 57"/>
          <p:cNvGrpSpPr/>
          <p:nvPr>
            <p:custDataLst>
              <p:tags r:id="rId13"/>
            </p:custDataLst>
          </p:nvPr>
        </p:nvGrpSpPr>
        <p:grpSpPr>
          <a:xfrm>
            <a:off x="9370592" y="4452201"/>
            <a:ext cx="504000" cy="504000"/>
            <a:chOff x="4613213" y="5317762"/>
            <a:chExt cx="504000" cy="504000"/>
          </a:xfrm>
        </p:grpSpPr>
        <p:sp>
          <p:nvSpPr>
            <p:cNvPr id="61" name="椭圆 60"/>
            <p:cNvSpPr/>
            <p:nvPr>
              <p:custDataLst>
                <p:tags r:id="rId14"/>
              </p:custDataLst>
            </p:nvPr>
          </p:nvSpPr>
          <p:spPr>
            <a:xfrm>
              <a:off x="4613213" y="5317762"/>
              <a:ext cx="504000" cy="50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grpSp>
          <p:nvGrpSpPr>
            <p:cNvPr id="62" name="组合 61"/>
            <p:cNvGrpSpPr>
              <a:grpSpLocks noChangeAspect="1"/>
            </p:cNvGrpSpPr>
            <p:nvPr/>
          </p:nvGrpSpPr>
          <p:grpSpPr>
            <a:xfrm>
              <a:off x="4775213" y="5422357"/>
              <a:ext cx="180000" cy="294810"/>
              <a:chOff x="8350250" y="5110163"/>
              <a:chExt cx="293688" cy="481012"/>
            </a:xfrm>
            <a:solidFill>
              <a:schemeClr val="bg1"/>
            </a:solidFill>
          </p:grpSpPr>
          <p:sp>
            <p:nvSpPr>
              <p:cNvPr id="63" name="Freeform 52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8350250" y="5327650"/>
                <a:ext cx="293688" cy="263525"/>
              </a:xfrm>
              <a:custGeom>
                <a:avLst/>
                <a:gdLst>
                  <a:gd name="T0" fmla="*/ 69 w 78"/>
                  <a:gd name="T1" fmla="*/ 65 h 70"/>
                  <a:gd name="T2" fmla="*/ 41 w 78"/>
                  <a:gd name="T3" fmla="*/ 65 h 70"/>
                  <a:gd name="T4" fmla="*/ 41 w 78"/>
                  <a:gd name="T5" fmla="*/ 43 h 70"/>
                  <a:gd name="T6" fmla="*/ 43 w 78"/>
                  <a:gd name="T7" fmla="*/ 42 h 70"/>
                  <a:gd name="T8" fmla="*/ 78 w 78"/>
                  <a:gd name="T9" fmla="*/ 3 h 70"/>
                  <a:gd name="T10" fmla="*/ 76 w 78"/>
                  <a:gd name="T11" fmla="*/ 0 h 70"/>
                  <a:gd name="T12" fmla="*/ 74 w 78"/>
                  <a:gd name="T13" fmla="*/ 3 h 70"/>
                  <a:gd name="T14" fmla="*/ 64 w 78"/>
                  <a:gd name="T15" fmla="*/ 27 h 70"/>
                  <a:gd name="T16" fmla="*/ 39 w 78"/>
                  <a:gd name="T17" fmla="*/ 38 h 70"/>
                  <a:gd name="T18" fmla="*/ 14 w 78"/>
                  <a:gd name="T19" fmla="*/ 27 h 70"/>
                  <a:gd name="T20" fmla="*/ 4 w 78"/>
                  <a:gd name="T21" fmla="*/ 4 h 70"/>
                  <a:gd name="T22" fmla="*/ 4 w 78"/>
                  <a:gd name="T23" fmla="*/ 3 h 70"/>
                  <a:gd name="T24" fmla="*/ 2 w 78"/>
                  <a:gd name="T25" fmla="*/ 0 h 70"/>
                  <a:gd name="T26" fmla="*/ 0 w 78"/>
                  <a:gd name="T27" fmla="*/ 2 h 70"/>
                  <a:gd name="T28" fmla="*/ 0 w 78"/>
                  <a:gd name="T29" fmla="*/ 4 h 70"/>
                  <a:gd name="T30" fmla="*/ 35 w 78"/>
                  <a:gd name="T31" fmla="*/ 42 h 70"/>
                  <a:gd name="T32" fmla="*/ 37 w 78"/>
                  <a:gd name="T33" fmla="*/ 43 h 70"/>
                  <a:gd name="T34" fmla="*/ 37 w 78"/>
                  <a:gd name="T35" fmla="*/ 65 h 70"/>
                  <a:gd name="T36" fmla="*/ 9 w 78"/>
                  <a:gd name="T37" fmla="*/ 65 h 70"/>
                  <a:gd name="T38" fmla="*/ 7 w 78"/>
                  <a:gd name="T39" fmla="*/ 68 h 70"/>
                  <a:gd name="T40" fmla="*/ 9 w 78"/>
                  <a:gd name="T41" fmla="*/ 70 h 70"/>
                  <a:gd name="T42" fmla="*/ 69 w 78"/>
                  <a:gd name="T43" fmla="*/ 70 h 70"/>
                  <a:gd name="T44" fmla="*/ 71 w 78"/>
                  <a:gd name="T45" fmla="*/ 68 h 70"/>
                  <a:gd name="T46" fmla="*/ 69 w 78"/>
                  <a:gd name="T47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8" h="70">
                    <a:moveTo>
                      <a:pt x="69" y="65"/>
                    </a:moveTo>
                    <a:cubicBezTo>
                      <a:pt x="41" y="65"/>
                      <a:pt x="41" y="65"/>
                      <a:pt x="41" y="65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63" y="40"/>
                      <a:pt x="78" y="23"/>
                      <a:pt x="78" y="3"/>
                    </a:cubicBezTo>
                    <a:cubicBezTo>
                      <a:pt x="78" y="2"/>
                      <a:pt x="77" y="0"/>
                      <a:pt x="76" y="0"/>
                    </a:cubicBezTo>
                    <a:cubicBezTo>
                      <a:pt x="75" y="0"/>
                      <a:pt x="74" y="2"/>
                      <a:pt x="74" y="3"/>
                    </a:cubicBezTo>
                    <a:cubicBezTo>
                      <a:pt x="74" y="12"/>
                      <a:pt x="70" y="21"/>
                      <a:pt x="64" y="27"/>
                    </a:cubicBezTo>
                    <a:cubicBezTo>
                      <a:pt x="57" y="34"/>
                      <a:pt x="48" y="38"/>
                      <a:pt x="39" y="38"/>
                    </a:cubicBezTo>
                    <a:cubicBezTo>
                      <a:pt x="30" y="38"/>
                      <a:pt x="21" y="34"/>
                      <a:pt x="14" y="27"/>
                    </a:cubicBezTo>
                    <a:cubicBezTo>
                      <a:pt x="8" y="21"/>
                      <a:pt x="5" y="13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4"/>
                      <a:pt x="15" y="40"/>
                      <a:pt x="35" y="42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8" y="65"/>
                      <a:pt x="7" y="66"/>
                      <a:pt x="7" y="68"/>
                    </a:cubicBezTo>
                    <a:cubicBezTo>
                      <a:pt x="7" y="69"/>
                      <a:pt x="8" y="70"/>
                      <a:pt x="9" y="70"/>
                    </a:cubicBezTo>
                    <a:cubicBezTo>
                      <a:pt x="69" y="70"/>
                      <a:pt x="69" y="70"/>
                      <a:pt x="69" y="70"/>
                    </a:cubicBezTo>
                    <a:cubicBezTo>
                      <a:pt x="70" y="70"/>
                      <a:pt x="71" y="69"/>
                      <a:pt x="71" y="68"/>
                    </a:cubicBezTo>
                    <a:cubicBezTo>
                      <a:pt x="71" y="66"/>
                      <a:pt x="70" y="65"/>
                      <a:pt x="69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  <p:sp>
            <p:nvSpPr>
              <p:cNvPr id="64" name="Freeform 53"/>
              <p:cNvSpPr>
                <a:spLocks noEditPoint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8402638" y="5110163"/>
                <a:ext cx="187325" cy="319088"/>
              </a:xfrm>
              <a:custGeom>
                <a:avLst/>
                <a:gdLst>
                  <a:gd name="T0" fmla="*/ 25 w 50"/>
                  <a:gd name="T1" fmla="*/ 85 h 85"/>
                  <a:gd name="T2" fmla="*/ 50 w 50"/>
                  <a:gd name="T3" fmla="*/ 61 h 85"/>
                  <a:gd name="T4" fmla="*/ 50 w 50"/>
                  <a:gd name="T5" fmla="*/ 25 h 85"/>
                  <a:gd name="T6" fmla="*/ 25 w 50"/>
                  <a:gd name="T7" fmla="*/ 0 h 85"/>
                  <a:gd name="T8" fmla="*/ 0 w 50"/>
                  <a:gd name="T9" fmla="*/ 25 h 85"/>
                  <a:gd name="T10" fmla="*/ 0 w 50"/>
                  <a:gd name="T11" fmla="*/ 61 h 85"/>
                  <a:gd name="T12" fmla="*/ 25 w 50"/>
                  <a:gd name="T13" fmla="*/ 85 h 85"/>
                  <a:gd name="T14" fmla="*/ 7 w 50"/>
                  <a:gd name="T15" fmla="*/ 16 h 85"/>
                  <a:gd name="T16" fmla="*/ 11 w 50"/>
                  <a:gd name="T17" fmla="*/ 10 h 85"/>
                  <a:gd name="T18" fmla="*/ 25 w 50"/>
                  <a:gd name="T19" fmla="*/ 5 h 85"/>
                  <a:gd name="T20" fmla="*/ 39 w 50"/>
                  <a:gd name="T21" fmla="*/ 10 h 85"/>
                  <a:gd name="T22" fmla="*/ 43 w 50"/>
                  <a:gd name="T23" fmla="*/ 16 h 85"/>
                  <a:gd name="T24" fmla="*/ 44 w 50"/>
                  <a:gd name="T25" fmla="*/ 18 h 85"/>
                  <a:gd name="T26" fmla="*/ 6 w 50"/>
                  <a:gd name="T27" fmla="*/ 18 h 85"/>
                  <a:gd name="T28" fmla="*/ 7 w 50"/>
                  <a:gd name="T29" fmla="*/ 16 h 85"/>
                  <a:gd name="T30" fmla="*/ 5 w 50"/>
                  <a:gd name="T31" fmla="*/ 23 h 85"/>
                  <a:gd name="T32" fmla="*/ 45 w 50"/>
                  <a:gd name="T33" fmla="*/ 23 h 85"/>
                  <a:gd name="T34" fmla="*/ 45 w 50"/>
                  <a:gd name="T35" fmla="*/ 25 h 85"/>
                  <a:gd name="T36" fmla="*/ 45 w 50"/>
                  <a:gd name="T37" fmla="*/ 33 h 85"/>
                  <a:gd name="T38" fmla="*/ 5 w 50"/>
                  <a:gd name="T39" fmla="*/ 33 h 85"/>
                  <a:gd name="T40" fmla="*/ 5 w 50"/>
                  <a:gd name="T41" fmla="*/ 23 h 85"/>
                  <a:gd name="T42" fmla="*/ 5 w 50"/>
                  <a:gd name="T43" fmla="*/ 37 h 85"/>
                  <a:gd name="T44" fmla="*/ 45 w 50"/>
                  <a:gd name="T45" fmla="*/ 37 h 85"/>
                  <a:gd name="T46" fmla="*/ 45 w 50"/>
                  <a:gd name="T47" fmla="*/ 48 h 85"/>
                  <a:gd name="T48" fmla="*/ 5 w 50"/>
                  <a:gd name="T49" fmla="*/ 48 h 85"/>
                  <a:gd name="T50" fmla="*/ 5 w 50"/>
                  <a:gd name="T51" fmla="*/ 37 h 85"/>
                  <a:gd name="T52" fmla="*/ 5 w 50"/>
                  <a:gd name="T53" fmla="*/ 61 h 85"/>
                  <a:gd name="T54" fmla="*/ 5 w 50"/>
                  <a:gd name="T55" fmla="*/ 52 h 85"/>
                  <a:gd name="T56" fmla="*/ 45 w 50"/>
                  <a:gd name="T57" fmla="*/ 52 h 85"/>
                  <a:gd name="T58" fmla="*/ 45 w 50"/>
                  <a:gd name="T59" fmla="*/ 63 h 85"/>
                  <a:gd name="T60" fmla="*/ 5 w 50"/>
                  <a:gd name="T61" fmla="*/ 63 h 85"/>
                  <a:gd name="T62" fmla="*/ 5 w 50"/>
                  <a:gd name="T63" fmla="*/ 61 h 85"/>
                  <a:gd name="T64" fmla="*/ 6 w 50"/>
                  <a:gd name="T65" fmla="*/ 67 h 85"/>
                  <a:gd name="T66" fmla="*/ 44 w 50"/>
                  <a:gd name="T67" fmla="*/ 67 h 85"/>
                  <a:gd name="T68" fmla="*/ 43 w 50"/>
                  <a:gd name="T69" fmla="*/ 69 h 85"/>
                  <a:gd name="T70" fmla="*/ 39 w 50"/>
                  <a:gd name="T71" fmla="*/ 75 h 85"/>
                  <a:gd name="T72" fmla="*/ 25 w 50"/>
                  <a:gd name="T73" fmla="*/ 81 h 85"/>
                  <a:gd name="T74" fmla="*/ 11 w 50"/>
                  <a:gd name="T75" fmla="*/ 75 h 85"/>
                  <a:gd name="T76" fmla="*/ 7 w 50"/>
                  <a:gd name="T77" fmla="*/ 69 h 85"/>
                  <a:gd name="T78" fmla="*/ 6 w 50"/>
                  <a:gd name="T79" fmla="*/ 67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0" h="85">
                    <a:moveTo>
                      <a:pt x="25" y="85"/>
                    </a:moveTo>
                    <a:cubicBezTo>
                      <a:pt x="39" y="85"/>
                      <a:pt x="50" y="74"/>
                      <a:pt x="50" y="61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74"/>
                      <a:pt x="11" y="85"/>
                      <a:pt x="25" y="85"/>
                    </a:cubicBezTo>
                    <a:close/>
                    <a:moveTo>
                      <a:pt x="7" y="16"/>
                    </a:moveTo>
                    <a:cubicBezTo>
                      <a:pt x="8" y="14"/>
                      <a:pt x="9" y="12"/>
                      <a:pt x="11" y="10"/>
                    </a:cubicBezTo>
                    <a:cubicBezTo>
                      <a:pt x="15" y="7"/>
                      <a:pt x="20" y="5"/>
                      <a:pt x="25" y="5"/>
                    </a:cubicBezTo>
                    <a:cubicBezTo>
                      <a:pt x="30" y="5"/>
                      <a:pt x="35" y="7"/>
                      <a:pt x="39" y="10"/>
                    </a:cubicBezTo>
                    <a:cubicBezTo>
                      <a:pt x="41" y="12"/>
                      <a:pt x="42" y="14"/>
                      <a:pt x="43" y="16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6" y="18"/>
                      <a:pt x="6" y="18"/>
                      <a:pt x="6" y="18"/>
                    </a:cubicBezTo>
                    <a:lnTo>
                      <a:pt x="7" y="16"/>
                    </a:lnTo>
                    <a:close/>
                    <a:moveTo>
                      <a:pt x="5" y="23"/>
                    </a:move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5" y="33"/>
                      <a:pt x="5" y="33"/>
                      <a:pt x="5" y="33"/>
                    </a:cubicBezTo>
                    <a:lnTo>
                      <a:pt x="5" y="23"/>
                    </a:lnTo>
                    <a:close/>
                    <a:moveTo>
                      <a:pt x="5" y="37"/>
                    </a:move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5" y="48"/>
                      <a:pt x="5" y="48"/>
                      <a:pt x="5" y="48"/>
                    </a:cubicBezTo>
                    <a:lnTo>
                      <a:pt x="5" y="37"/>
                    </a:lnTo>
                    <a:close/>
                    <a:moveTo>
                      <a:pt x="5" y="61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5" y="63"/>
                      <a:pt x="5" y="63"/>
                      <a:pt x="5" y="63"/>
                    </a:cubicBezTo>
                    <a:lnTo>
                      <a:pt x="5" y="61"/>
                    </a:lnTo>
                    <a:close/>
                    <a:moveTo>
                      <a:pt x="6" y="67"/>
                    </a:moveTo>
                    <a:cubicBezTo>
                      <a:pt x="44" y="67"/>
                      <a:pt x="44" y="67"/>
                      <a:pt x="44" y="67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2" y="71"/>
                      <a:pt x="41" y="73"/>
                      <a:pt x="39" y="75"/>
                    </a:cubicBezTo>
                    <a:cubicBezTo>
                      <a:pt x="35" y="79"/>
                      <a:pt x="30" y="81"/>
                      <a:pt x="25" y="81"/>
                    </a:cubicBezTo>
                    <a:cubicBezTo>
                      <a:pt x="20" y="81"/>
                      <a:pt x="15" y="79"/>
                      <a:pt x="11" y="75"/>
                    </a:cubicBezTo>
                    <a:cubicBezTo>
                      <a:pt x="9" y="73"/>
                      <a:pt x="8" y="71"/>
                      <a:pt x="7" y="69"/>
                    </a:cubicBezTo>
                    <a:lnTo>
                      <a:pt x="6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0630" y="167005"/>
            <a:ext cx="2071370" cy="1868805"/>
          </a:xfrm>
          <a:prstGeom prst="rect">
            <a:avLst/>
          </a:prstGeom>
        </p:spPr>
      </p:pic>
      <p:pic>
        <p:nvPicPr>
          <p:cNvPr id="6" name="图片占位符 5" descr="/Users/houying/Desktop/课程部相关工作- 巡课记录/IMG_2807.JPGIMG_2807"/>
          <p:cNvPicPr>
            <a:picLocks noGrp="1" noChangeAspect="1"/>
          </p:cNvPicPr>
          <p:nvPr>
            <p:ph type="pic" sz="quarter" idx="10"/>
          </p:nvPr>
        </p:nvPicPr>
        <p:blipFill>
          <a:blip r:embed="rId7"/>
          <a:srcRect b="22470"/>
          <a:stretch>
            <a:fillRect/>
          </a:stretch>
        </p:blipFill>
        <p:spPr>
          <a:xfrm>
            <a:off x="0" y="0"/>
            <a:ext cx="9953625" cy="2035810"/>
          </a:xfr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395095" y="225488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604020202090204" pitchFamily="34" charset="0"/>
                <a:ea typeface="微软雅黑" charset="-122"/>
                <a:cs typeface="+mj-lt"/>
                <a:sym typeface="Arial" panose="020B0604020202090204" pitchFamily="34" charset="0"/>
              </a:rPr>
              <a:t>01</a:t>
            </a:r>
          </a:p>
        </p:txBody>
      </p:sp>
      <p:sp>
        <p:nvSpPr>
          <p:cNvPr id="8" name="标题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94910" y="3313430"/>
            <a:ext cx="4958715" cy="13684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亮点工作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0630" y="167005"/>
            <a:ext cx="2071370" cy="1868805"/>
          </a:xfrm>
          <a:prstGeom prst="rect">
            <a:avLst/>
          </a:prstGeom>
        </p:spPr>
      </p:pic>
      <p:pic>
        <p:nvPicPr>
          <p:cNvPr id="6" name="图片占位符 5" descr="/Users/houying/Desktop/课程部相关工作- 巡课记录/IMG_2807.JPGIMG_2807"/>
          <p:cNvPicPr>
            <a:picLocks noGrp="1" noChangeAspect="1"/>
          </p:cNvPicPr>
          <p:nvPr>
            <p:ph type="pic" sz="quarter" idx="10"/>
          </p:nvPr>
        </p:nvPicPr>
        <p:blipFill>
          <a:blip r:embed="rId7"/>
          <a:srcRect b="22470"/>
          <a:stretch>
            <a:fillRect/>
          </a:stretch>
        </p:blipFill>
        <p:spPr>
          <a:xfrm>
            <a:off x="0" y="0"/>
            <a:ext cx="9953625" cy="2035810"/>
          </a:xfr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395095" y="225488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604020202090204" pitchFamily="34" charset="0"/>
                <a:ea typeface="微软雅黑" charset="-122"/>
                <a:cs typeface="+mj-lt"/>
                <a:sym typeface="Arial" panose="020B0604020202090204" pitchFamily="34" charset="0"/>
              </a:rPr>
              <a:t>02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994910" y="3313430"/>
            <a:ext cx="4958715" cy="1368425"/>
          </a:xfrm>
        </p:spPr>
        <p:txBody>
          <a:bodyPr>
            <a:noAutofit/>
          </a:bodyPr>
          <a:lstStyle/>
          <a:p>
            <a:pPr algn="l"/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常规工作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395095" y="225488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604020202090204" pitchFamily="34" charset="0"/>
                <a:ea typeface="微软雅黑" charset="-122"/>
                <a:cs typeface="+mj-lt"/>
                <a:sym typeface="Arial" panose="020B0604020202090204" pitchFamily="34" charset="0"/>
              </a:rPr>
              <a:t>03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994910" y="3313430"/>
            <a:ext cx="4958715" cy="1368425"/>
          </a:xfrm>
        </p:spPr>
        <p:txBody>
          <a:bodyPr>
            <a:noAutofit/>
          </a:bodyPr>
          <a:lstStyle/>
          <a:p>
            <a:pPr algn="l"/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问题建议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0630" y="167005"/>
            <a:ext cx="2071370" cy="1868805"/>
          </a:xfrm>
          <a:prstGeom prst="rect">
            <a:avLst/>
          </a:prstGeom>
        </p:spPr>
      </p:pic>
      <p:pic>
        <p:nvPicPr>
          <p:cNvPr id="6" name="图片占位符 5" descr="/Users/houying/Desktop/课程部相关工作- 巡课记录/IMG_2807.JPGIMG_2807"/>
          <p:cNvPicPr>
            <a:picLocks noGrp="1" noChangeAspect="1"/>
          </p:cNvPicPr>
          <p:nvPr>
            <p:ph type="pic" sz="quarter" idx="10"/>
          </p:nvPr>
        </p:nvPicPr>
        <p:blipFill>
          <a:blip r:embed="rId7"/>
          <a:srcRect b="22470"/>
          <a:stretch>
            <a:fillRect/>
          </a:stretch>
        </p:blipFill>
        <p:spPr>
          <a:xfrm>
            <a:off x="0" y="0"/>
            <a:ext cx="9953625" cy="2035810"/>
          </a:xfrm>
        </p:spPr>
      </p:pic>
      <p:sp>
        <p:nvSpPr>
          <p:cNvPr id="34" name="文本框 33"/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95095" y="225488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604020202090204" pitchFamily="34" charset="0"/>
                <a:ea typeface="微软雅黑" charset="-122"/>
                <a:cs typeface="+mj-lt"/>
                <a:sym typeface="Arial" panose="020B0604020202090204" pitchFamily="34" charset="0"/>
              </a:rPr>
              <a:t>04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994910" y="3313430"/>
            <a:ext cx="4958715" cy="1368425"/>
          </a:xfrm>
        </p:spPr>
        <p:txBody>
          <a:bodyPr>
            <a:noAutofit/>
          </a:bodyPr>
          <a:lstStyle/>
          <a:p>
            <a:pPr algn="l"/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值周反思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0630" y="167005"/>
            <a:ext cx="2071370" cy="1868805"/>
          </a:xfrm>
          <a:prstGeom prst="rect">
            <a:avLst/>
          </a:prstGeom>
        </p:spPr>
      </p:pic>
      <p:pic>
        <p:nvPicPr>
          <p:cNvPr id="7" name="图片占位符 6" descr="/Users/houying/Desktop/课程部相关工作- 巡课记录/IMG_2807.JPGIMG_2807"/>
          <p:cNvPicPr>
            <a:picLocks noGrp="1" noChangeAspect="1"/>
          </p:cNvPicPr>
          <p:nvPr>
            <p:ph type="pic" sz="quarter" idx="10"/>
          </p:nvPr>
        </p:nvPicPr>
        <p:blipFill>
          <a:blip r:embed="rId7"/>
          <a:srcRect b="22470"/>
          <a:stretch>
            <a:fillRect/>
          </a:stretch>
        </p:blipFill>
        <p:spPr>
          <a:xfrm>
            <a:off x="0" y="0"/>
            <a:ext cx="9953625" cy="2035810"/>
          </a:xfr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F379-655C-3B9F-2781-DB8D65E6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84E579E1-A3A0-32B6-9AF5-E8CE2217111E}"/>
              </a:ext>
            </a:extLst>
          </p:cNvPr>
          <p:cNvSpPr txBox="1"/>
          <p:nvPr/>
        </p:nvSpPr>
        <p:spPr>
          <a:xfrm>
            <a:off x="4750004" y="6331608"/>
            <a:ext cx="2702257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algn="ctr"/>
            <a:r>
              <a:rPr lang="zh-CN" altLang="en-US" sz="1050" b="1" spc="600" dirty="0">
                <a:latin typeface="启功字体简体" panose="03000509000000000000" pitchFamily="65" charset="-122"/>
                <a:ea typeface="启功字体简体" panose="03000509000000000000" pitchFamily="65" charset="-122"/>
              </a:rPr>
              <a:t>笃志博学质朴方正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78B6E1A-67D3-7ED9-41AB-60E231F57CD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15694" y="2474821"/>
            <a:ext cx="7140621" cy="1368425"/>
          </a:xfrm>
        </p:spPr>
        <p:txBody>
          <a:bodyPr>
            <a:noAutofit/>
          </a:bodyPr>
          <a:lstStyle/>
          <a:p>
            <a:pPr algn="l"/>
            <a:r>
              <a:rPr lang="zh-CN" altLang="en-US" sz="7200" b="1" dirty="0">
                <a:solidFill>
                  <a:schemeClr val="accent1">
                    <a:lumMod val="75000"/>
                  </a:schemeClr>
                </a:solidFill>
                <a:latin typeface="微软雅黑" charset="0"/>
                <a:ea typeface="微软雅黑" charset="0"/>
              </a:rPr>
              <a:t>感谢聆听！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D7C3B1-754F-4688-FF6A-83DEE465A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630" y="167005"/>
            <a:ext cx="2071370" cy="1868805"/>
          </a:xfrm>
          <a:prstGeom prst="rect">
            <a:avLst/>
          </a:prstGeom>
        </p:spPr>
      </p:pic>
      <p:pic>
        <p:nvPicPr>
          <p:cNvPr id="7" name="图片占位符 6" descr="/Users/houying/Desktop/课程部相关工作- 巡课记录/IMG_2807.JPGIMG_2807">
            <a:extLst>
              <a:ext uri="{FF2B5EF4-FFF2-40B4-BE49-F238E27FC236}">
                <a16:creationId xmlns:a16="http://schemas.microsoft.com/office/drawing/2014/main" id="{8F61A489-37B0-3AA5-A94F-B6A1CDD2B4D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b="22470"/>
          <a:stretch>
            <a:fillRect/>
          </a:stretch>
        </p:blipFill>
        <p:spPr>
          <a:xfrm>
            <a:off x="0" y="0"/>
            <a:ext cx="9953625" cy="203581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024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1.11440944881892,&quot;left&quot;:50.47433070866141,&quot;top&quot;:349.21700787401574,&quot;width&quot;:860.104881889763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5.04700787401575,&quot;left&quot;:-16.22566929133859,&quot;top&quot;:350.56700787401576,&quot;width&quot;:860.104881889763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884</Words>
  <Application>Microsoft Office PowerPoint</Application>
  <PresentationFormat>宽屏</PresentationFormat>
  <Paragraphs>87</Paragraphs>
  <Slides>28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启功字体简体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常规工作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工作建议</vt:lpstr>
      <vt:lpstr>PowerPoint 演示文稿</vt:lpstr>
      <vt:lpstr>PowerPoint 演示文稿</vt:lpstr>
      <vt:lpstr>值周思考</vt:lpstr>
      <vt:lpstr>PowerPoint 演示文稿</vt:lpstr>
      <vt:lpstr>感谢聆听！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张杨</dc:creator>
  <cp:lastModifiedBy>杨 张</cp:lastModifiedBy>
  <cp:revision>72</cp:revision>
  <dcterms:created xsi:type="dcterms:W3CDTF">2025-11-09T23:28:40Z</dcterms:created>
  <dcterms:modified xsi:type="dcterms:W3CDTF">2026-05-05T08:31:31Z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A87CB597BA3786C364821069CCBB0897_43</vt:lpwstr>
  </property>
</Properties>
</file>